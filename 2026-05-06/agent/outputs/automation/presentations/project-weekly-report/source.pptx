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4"/>
    <p:sldMasterId id="2147483784" r:id="rId5"/>
    <p:sldMasterId id="2147483805" r:id="rId6"/>
    <p:sldMasterId id="2147483840" r:id="rId7"/>
    <p:sldMasterId id="2147483833" r:id="rId8"/>
    <p:sldMasterId id="2147483850" r:id="rId9"/>
  </p:sldMasterIdLst>
  <p:notesMasterIdLst>
    <p:notesMasterId r:id="rId37"/>
  </p:notesMasterIdLst>
  <p:sldIdLst>
    <p:sldId id="3722" r:id="rId10"/>
    <p:sldId id="282" r:id="rId11"/>
    <p:sldId id="2147479816" r:id="rId12"/>
    <p:sldId id="2147479894" r:id="rId13"/>
    <p:sldId id="2147479886" r:id="rId14"/>
    <p:sldId id="2147479899" r:id="rId15"/>
    <p:sldId id="2147479887" r:id="rId16"/>
    <p:sldId id="2147479897" r:id="rId17"/>
    <p:sldId id="2147479901" r:id="rId18"/>
    <p:sldId id="2147479900" r:id="rId19"/>
    <p:sldId id="2147479883" r:id="rId20"/>
    <p:sldId id="262" r:id="rId21"/>
    <p:sldId id="264" r:id="rId22"/>
    <p:sldId id="260" r:id="rId23"/>
    <p:sldId id="283" r:id="rId24"/>
    <p:sldId id="2147479884" r:id="rId25"/>
    <p:sldId id="2147479895" r:id="rId26"/>
    <p:sldId id="2147479896" r:id="rId27"/>
    <p:sldId id="275" r:id="rId28"/>
    <p:sldId id="2147479898" r:id="rId29"/>
    <p:sldId id="284" r:id="rId30"/>
    <p:sldId id="2147479891" r:id="rId31"/>
    <p:sldId id="2147479892" r:id="rId32"/>
    <p:sldId id="2147479890" r:id="rId33"/>
    <p:sldId id="2147479893" r:id="rId34"/>
    <p:sldId id="2147479889" r:id="rId35"/>
    <p:sldId id="2147479888" r:id="rId36"/>
  </p:sldIdLst>
  <p:sldSz cx="11520488" cy="6480175"/>
  <p:notesSz cx="6858000" cy="9144000"/>
  <p:defaultTextStyle>
    <a:defPPr>
      <a:defRPr lang="zh-CN"/>
    </a:defPPr>
    <a:lvl1pPr marL="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A6660155-4A8D-D94E-985F-2EAB99FB7A51}">
          <p14:sldIdLst>
            <p14:sldId id="3722"/>
            <p14:sldId id="282"/>
            <p14:sldId id="2147479816"/>
            <p14:sldId id="2147479894"/>
          </p14:sldIdLst>
        </p14:section>
        <p14:section name="Vision Claw_MVP" id="{63EA9115-259F-D94C-A1D6-93975C906C67}">
          <p14:sldIdLst>
            <p14:sldId id="2147479886"/>
            <p14:sldId id="2147479899"/>
            <p14:sldId id="2147479887"/>
            <p14:sldId id="2147479897"/>
            <p14:sldId id="2147479901"/>
            <p14:sldId id="2147479900"/>
          </p14:sldIdLst>
        </p14:section>
        <p14:section name="Stream V1.5.0_GPU" id="{C389C5C0-E61C-BA43-9B38-8ED0268BB99C}">
          <p14:sldIdLst>
            <p14:sldId id="2147479883"/>
            <p14:sldId id="262"/>
            <p14:sldId id="264"/>
            <p14:sldId id="260"/>
            <p14:sldId id="283"/>
            <p14:sldId id="2147479884"/>
            <p14:sldId id="2147479895"/>
            <p14:sldId id="2147479896"/>
          </p14:sldIdLst>
        </p14:section>
        <p14:section name="On Premise" id="{D5CFC07B-0284-5A4D-AD59-FF7BFEB88211}">
          <p14:sldIdLst>
            <p14:sldId id="275"/>
            <p14:sldId id="2147479898"/>
            <p14:sldId id="284"/>
            <p14:sldId id="2147479891"/>
            <p14:sldId id="2147479892"/>
            <p14:sldId id="2147479890"/>
            <p14:sldId id="2147479893"/>
            <p14:sldId id="2147479889"/>
            <p14:sldId id="21474798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F984D0-C776-5901-7B1D-481A8E1C2393}" name="刘阿俣" initials="刘阿俣" userId="S::liuayu@tetras.ai::e1e3c51a-ad24-47fa-a4ad-a7c743d2766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ng Jin" initials="SJ" lastIdx="1" clrIdx="0">
    <p:extLst>
      <p:ext uri="{19B8F6BF-5375-455C-9EA6-DF929625EA0E}">
        <p15:presenceInfo xmlns:p15="http://schemas.microsoft.com/office/powerpoint/2012/main" userId="bc0292d17608d38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09A51"/>
    <a:srgbClr val="DDE6DD"/>
    <a:srgbClr val="0C5CFF"/>
    <a:srgbClr val="4D69D6"/>
    <a:srgbClr val="7EB95C"/>
    <a:srgbClr val="E95746"/>
    <a:srgbClr val="7B89AD"/>
    <a:srgbClr val="F2F2F2"/>
    <a:srgbClr val="6AA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C4EEC0-AC4D-2E4B-94E9-243DF5AA104A}" v="3" dt="2026-05-06T07:20:48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40"/>
    <p:restoredTop sz="94498"/>
  </p:normalViewPr>
  <p:slideViewPr>
    <p:cSldViewPr snapToGrid="0">
      <p:cViewPr varScale="1">
        <p:scale>
          <a:sx n="106" d="100"/>
          <a:sy n="106" d="100"/>
        </p:scale>
        <p:origin x="344" y="184"/>
      </p:cViewPr>
      <p:guideLst/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presProps" Target="presProps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microsoft.com/office/2015/10/relationships/revisionInfo" Target="revisionInfo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78999-0020-DF4F-8E69-FC416A4BA2CF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D9641-31AF-AD45-8F89-938E0EB429E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1796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7D9641-31AF-AD45-8F89-938E0EB429E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3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95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3EF7-C904-B820-7203-0EF7CA829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070FDF-A924-AD2F-325F-5A3E7AFB1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CA9191-B680-2E69-8442-635095700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DDE3D7-B512-2D19-5F71-A83667C1A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0162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C243-66FC-B7F8-F815-7C4502D63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D807D7-AF3F-3310-359F-26EA226EA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67064D-6F56-F556-495C-465217EEE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2683A4-4632-A3D9-DBB2-FD56F9724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351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BDC1-1526-40F5-3060-D8975667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96DFC6-F5D2-1AA9-E65D-315117DA7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354112-14A7-C329-E4FF-80BDFA4F0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C52D7-B427-49CD-D36F-DC270C05D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7392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9BEB9-EC07-B572-D69B-2AD9BE54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7EA5A8-7125-823F-8B5C-81010410B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EBBA02-E922-6808-E065-F1794006B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15F09E-3EA6-D646-634D-09CFE12A8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8820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B6CC6-868E-DC72-7D87-EE1F816F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5C72A7-7E0C-ECAC-521F-E82F041A8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AA5E7D-38F0-52ED-1843-E86164862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9F22A-3164-1B18-6E63-44866418B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6682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B1F8-E8E0-DA10-223D-5D88D5F23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C15BFD-3DFD-28E5-6B16-DFECD0FA5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588287-CC1D-B882-4717-D5317B0B7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F8EE85-D7AB-5DEE-EF3F-D4B88B0E5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4560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8B46F-FA5D-4BC8-0CD9-CFF2801B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DAE810-C3D3-A94D-EA36-F332698E7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14C5B6-5E2E-4CBD-BC10-5C71080D6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4583DD-5FF6-2EA8-CC0A-59CAE2AFB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4311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BC61F-628D-436F-FB18-26F0A9D8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2A2212-07E8-AA61-C8DC-39CC68867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F01081-8D78-4530-B87A-AE63DD438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需求：云边端</a:t>
            </a:r>
            <a:endParaRPr kumimoji="1" lang="en-US" altLang="zh-CN" dirty="0"/>
          </a:p>
          <a:p>
            <a:r>
              <a:rPr kumimoji="1" lang="zh-CN" altLang="en-US" dirty="0"/>
              <a:t>关注开发分类：</a:t>
            </a:r>
            <a:r>
              <a:rPr kumimoji="1" lang="en-US" altLang="zh-CN" dirty="0"/>
              <a:t>1.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客户 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平台功能升级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247B3-5171-5870-C5AC-BB736C197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0854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5D77-123E-4BE7-E4A2-E79077D1B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55315C-0490-A503-AA04-6A202C750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B93C92-8404-36BD-09CB-F4BC1DC66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EEAC4F-2D24-1086-EDCF-5B17A82C6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9225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149F-BAC9-13D1-41AD-D38F6AD1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B5B370-192F-51E8-DC79-136571A27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10B5D7-2028-DC07-FFF2-E077D5B1E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E0AD3C-1FE2-042A-D90A-07749C1B1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8869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5BFF-F0DC-C246-7DCB-3B9AF36E5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81C1F8-1CBA-6752-D5A9-5A35972B8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A316C2-6377-A6AB-73F8-157DE985C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83971-8AA0-1E69-B733-17F20D02A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075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4FFC-B6F9-F2FD-7074-11E97701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034C30-0E2E-FE1C-3420-9349F22A6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D12F2C-094E-E94B-05C6-ED78E2A4E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45C15E-71CD-B19E-8067-63F080645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3381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3C9A-6BD3-9DF6-7637-B4A22F17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5BAC43-A6D6-0D47-D1FD-7E78156A6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9A162B-CC3E-926F-E6B0-089B0B095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774DF-83BA-14EC-F812-AB7C80724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5314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B76F5-1691-6A75-C3F9-FE3D96D3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EA8FE4-CBBE-359D-4FA3-1450B2882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303187-E7A2-E483-2C8B-5DFBC318F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9482A0-0840-5D10-6A11-EBFB28284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9183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D44FC-D0AB-301A-9D82-248D02683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67EAF8-D3AA-8A8D-B415-0373D0FD0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B66A0C-B6EA-BE36-5601-9243586D1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3904F-8109-4440-F643-6CE8E943E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6181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642F-3EFE-1351-CFE0-02A4D2C6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2C75FE-D5AD-19BA-DADF-C61DDFA37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6AAFCE-C378-AA12-1D75-8CF6B48D0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A4F5D8-A1A7-E21A-80B9-C84482026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8812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5BFF-C805-56CA-7318-730BBD3D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4080DE-EBE6-1BCB-8FEC-55C069CD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C5A0AF-4AF6-D499-9F25-11CFCF069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4FBE2D-FA1D-92CB-697A-12A2873E4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4602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A0FC-A1D4-00D5-25AB-ECF60819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7504BB-BC0C-F074-1620-94A53BD16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4498FA-594C-F2B5-E43A-93EEA0254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4CC003-84F7-6E8F-87C1-DAC36A191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44258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BEA4C-47E0-1357-04F4-6BABC38E8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07E5AF-F88B-EC56-5564-9EFF389CF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26EFD7-1C30-5BE6-EA7E-86C81F890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D43A6D-959B-4D87-59D7-6691E0663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6209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1C248-0D0B-4B39-C8E0-29F515AC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79D773-E856-2F6F-4DC2-3164B15FD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203AC9-93F4-D2F6-568E-0EEBB664C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1F931F-EDF0-FFBB-EB49-25C70B2BC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7454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298F-572D-9657-46EB-EFBD1A49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21A6A2-1E74-21C6-37BE-BA5D26EE3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9E5B67-E23F-2517-EBCA-BCE10FCB9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383FBC-10E3-DF9A-5529-32D87E3E7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1554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15EF-7C55-3478-F549-BDAC5DBD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92038A-5E92-997B-7075-6B699CD4E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6B9C27-41F5-3FCA-6FF8-986E4963C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AB10B1-8B1C-D47E-C758-B4E16CD7D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6995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4.emf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B3A818-8083-44CA-91B8-9CE51415AA97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122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DC6652-0868-46E0-A48C-2025B582F2DE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2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86963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96264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4"/>
            <a:ext cx="11518249" cy="648017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9D8057B-A4B1-3746-B0AA-A22949922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467" y="4256708"/>
            <a:ext cx="3067684" cy="15949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A27C716-C35B-BB42-8C2D-5E1D85CB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461" y="3143914"/>
            <a:ext cx="848112" cy="626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/>
              <a:t>01</a:t>
            </a:r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689772-95C9-BF49-AD83-6630CC456B7B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775A7917-E22E-EF44-A5DE-F39EDD4C5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5455" y="610370"/>
            <a:ext cx="6221908" cy="5293731"/>
          </a:xfrm>
          <a:prstGeom prst="rect">
            <a:avLst/>
          </a:prstGeom>
        </p:spPr>
        <p:txBody>
          <a:bodyPr anchor="b"/>
          <a:lstStyle>
            <a:lvl1pPr marL="226287" indent="-226287">
              <a:lnSpc>
                <a:spcPct val="150000"/>
              </a:lnSpc>
              <a:buFont typeface="+mj-lt"/>
              <a:buAutoNum type="arabicPeriod"/>
              <a:defRPr sz="1189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28004" indent="-226287">
              <a:lnSpc>
                <a:spcPct val="150000"/>
              </a:lnSpc>
              <a:buFont typeface="Arial" panose="020B0604020202020204" pitchFamily="34" charset="0"/>
              <a:buChar char="•"/>
              <a:defRPr sz="1057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829717" indent="-226287">
              <a:lnSpc>
                <a:spcPct val="150000"/>
              </a:lnSpc>
              <a:buFont typeface="Arial" panose="020B0604020202020204" pitchFamily="34" charset="0"/>
              <a:buChar char="•"/>
              <a:defRPr sz="924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93720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5435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4305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37607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B3A818-8083-44CA-91B8-9CE51415AA97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527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DC6652-0868-46E0-A48C-2025B582F2DE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63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40924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967222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4"/>
            <a:ext cx="11518249" cy="648017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9D8057B-A4B1-3746-B0AA-A22949922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467" y="4256708"/>
            <a:ext cx="3067684" cy="15949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A27C716-C35B-BB42-8C2D-5E1D85CB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461" y="3143914"/>
            <a:ext cx="848112" cy="626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/>
              <a:t>01</a:t>
            </a:r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689772-95C9-BF49-AD83-6630CC456B7B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775A7917-E22E-EF44-A5DE-F39EDD4C5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5455" y="610370"/>
            <a:ext cx="6221908" cy="5293731"/>
          </a:xfrm>
          <a:prstGeom prst="rect">
            <a:avLst/>
          </a:prstGeom>
        </p:spPr>
        <p:txBody>
          <a:bodyPr anchor="b"/>
          <a:lstStyle>
            <a:lvl1pPr marL="226287" indent="-226287">
              <a:lnSpc>
                <a:spcPct val="150000"/>
              </a:lnSpc>
              <a:buFont typeface="+mj-lt"/>
              <a:buAutoNum type="arabicPeriod"/>
              <a:defRPr sz="1189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28004" indent="-226287">
              <a:lnSpc>
                <a:spcPct val="150000"/>
              </a:lnSpc>
              <a:buFont typeface="Arial" panose="020B0604020202020204" pitchFamily="34" charset="0"/>
              <a:buChar char="•"/>
              <a:defRPr sz="1057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829717" indent="-226287">
              <a:lnSpc>
                <a:spcPct val="150000"/>
              </a:lnSpc>
              <a:buFont typeface="Arial" panose="020B0604020202020204" pitchFamily="34" charset="0"/>
              <a:buChar char="•"/>
              <a:defRPr sz="924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93720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5435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32693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458664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A323-7C8C-5B48-8F72-FFC05D4029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1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5212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3685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627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3219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0143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0050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930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267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5588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8644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张着嘴&#10;&#10;低可信度描述已自动生成">
            <a:extLst>
              <a:ext uri="{FF2B5EF4-FFF2-40B4-BE49-F238E27FC236}">
                <a16:creationId xmlns:a16="http://schemas.microsoft.com/office/drawing/2014/main" id="{217136BE-736E-C742-A8C2-2561E57288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" y="3"/>
            <a:ext cx="11519206" cy="64801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23459" t="1" r="18148" b="41219"/>
          <a:stretch/>
        </p:blipFill>
        <p:spPr>
          <a:xfrm>
            <a:off x="1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7000"/>
          </a:blip>
          <a:srcRect l="24314" r="17293" b="44235"/>
          <a:stretch/>
        </p:blipFill>
        <p:spPr>
          <a:xfrm>
            <a:off x="1" y="2061708"/>
            <a:ext cx="11520488" cy="4418468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0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71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541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313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7083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38" y="3600103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6" y="6006181"/>
            <a:ext cx="2592110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7" y="6086184"/>
            <a:ext cx="2592110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3" y="4841038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A12BA42F-4BBE-CE46-A442-45E72B53D94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6409" y="12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244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1" y="2454973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71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3" y="4841038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8" y="12"/>
            <a:ext cx="2401144" cy="901917"/>
          </a:xfrm>
          <a:prstGeom prst="rect">
            <a:avLst/>
          </a:prstGeom>
        </p:spPr>
      </p:pic>
      <p:sp>
        <p:nvSpPr>
          <p:cNvPr id="16" name="内容占位符 15">
            <a:extLst>
              <a:ext uri="{FF2B5EF4-FFF2-40B4-BE49-F238E27FC236}">
                <a16:creationId xmlns:a16="http://schemas.microsoft.com/office/drawing/2014/main" id="{482537E4-4E78-46B1-A1AA-26FA6A54009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996533" y="1909223"/>
            <a:ext cx="4760533" cy="31814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1pPr>
            <a:lvl2pPr marL="490377" indent="-188607">
              <a:buFont typeface="Arial" panose="020B0604020202020204" pitchFamily="34" charset="0"/>
              <a:buChar char="•"/>
              <a:defRPr sz="1189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2pPr>
            <a:lvl3pPr marL="792148" indent="-188607">
              <a:buFont typeface="Arial" panose="020B0604020202020204" pitchFamily="34" charset="0"/>
              <a:buChar char="•"/>
              <a:defRPr sz="1057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3pPr>
            <a:lvl4pPr marL="1093919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4pPr>
            <a:lvl5pPr marL="1395690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7" name="内容占位符 15">
            <a:extLst>
              <a:ext uri="{FF2B5EF4-FFF2-40B4-BE49-F238E27FC236}">
                <a16:creationId xmlns:a16="http://schemas.microsoft.com/office/drawing/2014/main" id="{99C851A6-91CC-407F-A4D8-C223E927A27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8005" y="1890314"/>
            <a:ext cx="4760533" cy="31814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1pPr>
            <a:lvl2pPr marL="490377" indent="-188607">
              <a:buFont typeface="Arial" panose="020B0604020202020204" pitchFamily="34" charset="0"/>
              <a:buChar char="•"/>
              <a:defRPr sz="1189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2pPr>
            <a:lvl3pPr marL="792148" indent="-188607">
              <a:buFont typeface="Arial" panose="020B0604020202020204" pitchFamily="34" charset="0"/>
              <a:buChar char="•"/>
              <a:defRPr sz="1057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3pPr>
            <a:lvl4pPr marL="1093919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4pPr>
            <a:lvl5pPr marL="1395690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38954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形状&#10;&#10;描述已自动生成">
            <a:extLst>
              <a:ext uri="{FF2B5EF4-FFF2-40B4-BE49-F238E27FC236}">
                <a16:creationId xmlns:a16="http://schemas.microsoft.com/office/drawing/2014/main" id="{3115E121-82A0-CE4B-B060-D90830C2D8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95" y="4"/>
            <a:ext cx="11520489" cy="64801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F46EF3B9-08BB-AA45-B510-A06ECACDA9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1C2D51A-9FDC-B749-A1A7-849691266EBA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2" name="图片 11" descr="文本&#10;&#10;描述已自动生成">
            <a:extLst>
              <a:ext uri="{FF2B5EF4-FFF2-40B4-BE49-F238E27FC236}">
                <a16:creationId xmlns:a16="http://schemas.microsoft.com/office/drawing/2014/main" id="{05E59211-37DB-8247-AFA5-82535694277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6409" y="19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70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13B2EAD-9094-D845-8A84-28670141D9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090" t="-2956" r="15398" b="34102"/>
          <a:stretch/>
        </p:blipFill>
        <p:spPr>
          <a:xfrm>
            <a:off x="5" y="2330267"/>
            <a:ext cx="11520488" cy="4149928"/>
          </a:xfrm>
          <a:prstGeom prst="rect">
            <a:avLst/>
          </a:prstGeom>
        </p:spPr>
      </p:pic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2B2D0E14-FA9B-724C-A041-1F00311E62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2" name="文本占位符 9">
            <a:extLst>
              <a:ext uri="{FF2B5EF4-FFF2-40B4-BE49-F238E27FC236}">
                <a16:creationId xmlns:a16="http://schemas.microsoft.com/office/drawing/2014/main" id="{20124C71-2737-7A45-A00A-3F4BBCC021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3" name="日期占位符 1">
            <a:extLst>
              <a:ext uri="{FF2B5EF4-FFF2-40B4-BE49-F238E27FC236}">
                <a16:creationId xmlns:a16="http://schemas.microsoft.com/office/drawing/2014/main" id="{41574BC1-D5B2-C041-BD54-91463F751E5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550B1338-3D2C-AF4E-93DC-C1591C054B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464191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6C4BE8-B2E2-C64C-8A5A-1097DD3646B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6596716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0350298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6B5D06D2-E117-F248-824C-F312CF9F46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8C399F-98FC-D945-89CF-6AD281201929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4644635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F58FA0F-0DDD-204C-9E43-25370C2793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5" name="内容占位符 15">
            <a:extLst>
              <a:ext uri="{FF2B5EF4-FFF2-40B4-BE49-F238E27FC236}">
                <a16:creationId xmlns:a16="http://schemas.microsoft.com/office/drawing/2014/main" id="{83E337BA-E277-BF4D-9FF1-10F7D95F657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9480" y="1690499"/>
            <a:ext cx="9801544" cy="41611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内容占位符 15">
            <a:extLst>
              <a:ext uri="{FF2B5EF4-FFF2-40B4-BE49-F238E27FC236}">
                <a16:creationId xmlns:a16="http://schemas.microsoft.com/office/drawing/2014/main" id="{4B61A9EC-0FE4-0745-B17D-BC35D6B888E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59480" y="754473"/>
            <a:ext cx="9801544" cy="706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69943ABA-974F-4443-B162-D1DA8FB53F3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792039" y="6006194"/>
            <a:ext cx="2592111" cy="345007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16B5189C-AC65-C84A-963E-FC797859807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824380" y="6086195"/>
            <a:ext cx="2592111" cy="345007"/>
          </a:xfrm>
        </p:spPr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EAF4D8-5727-5043-BAAD-5702A8B3A1CA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9059465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653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4">
            <a:extLst>
              <a:ext uri="{FF2B5EF4-FFF2-40B4-BE49-F238E27FC236}">
                <a16:creationId xmlns:a16="http://schemas.microsoft.com/office/drawing/2014/main" id="{B8049FEC-1FFD-4F26-846B-B0EA651EEA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" y="4"/>
            <a:ext cx="11520488" cy="6480175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92039" y="6006194"/>
            <a:ext cx="2592111" cy="345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603432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91" b="0" i="0" u="none" strike="noStrike" cap="none" spc="0" normalizeH="0" baseline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1pPr>
            <a:lvl2pPr marL="0" marR="0" indent="301716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2pPr>
            <a:lvl3pPr marL="0" marR="0" indent="60343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3pPr>
            <a:lvl4pPr marL="0" marR="0" indent="90514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4pPr>
            <a:lvl5pPr marL="0" marR="0" indent="120686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5pPr>
            <a:lvl6pPr marL="0" marR="0" indent="1508578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6pPr>
            <a:lvl7pPr marL="0" marR="0" indent="1810295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7pPr>
            <a:lvl8pPr marL="0" marR="0" indent="211200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8pPr>
            <a:lvl9pPr marL="0" marR="0" indent="2413724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9pPr>
          </a:lstStyle>
          <a:p>
            <a:pPr>
              <a:defRPr/>
            </a:pPr>
            <a:endParaRPr kumimoji="1" lang="zh-CN" altLang="en-US" kern="0">
              <a:solidFill>
                <a:prstClr val="black">
                  <a:tint val="75000"/>
                </a:prstClr>
              </a:solidFill>
              <a:latin typeface="Meiryo UI"/>
              <a:ea typeface="Meiryo UI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824380" y="6086195"/>
            <a:ext cx="2592111" cy="345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603432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26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等线"/>
              </a:defRPr>
            </a:lvl1pPr>
            <a:lvl2pPr marL="0" marR="0" indent="301716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2pPr>
            <a:lvl3pPr marL="0" marR="0" indent="60343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3pPr>
            <a:lvl4pPr marL="0" marR="0" indent="90514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4pPr>
            <a:lvl5pPr marL="0" marR="0" indent="120686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5pPr>
            <a:lvl6pPr marL="0" marR="0" indent="1508578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6pPr>
            <a:lvl7pPr marL="0" marR="0" indent="1810295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7pPr>
            <a:lvl8pPr marL="0" marR="0" indent="211200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8pPr>
            <a:lvl9pPr marL="0" marR="0" indent="2413724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9pPr>
          </a:lstStyle>
          <a:p>
            <a:pPr>
              <a:defRPr/>
            </a:pPr>
            <a:fld id="{1C93FE00-0B4C-AF40-8F57-0F2E12FDE392}" type="slidenum">
              <a:rPr kumimoji="1" lang="zh-CN" altLang="en-US" kern="0" smtClean="0">
                <a:solidFill>
                  <a:prstClr val="white">
                    <a:lumMod val="65000"/>
                  </a:prstClr>
                </a:solidFill>
              </a:rPr>
              <a:pPr>
                <a:defRPr/>
              </a:pPr>
              <a:t>‹#›</a:t>
            </a:fld>
            <a:endParaRPr kumimoji="1" lang="zh-CN" altLang="en-US" ker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34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169" b="1" i="0" u="none" strike="noStrike" kern="1200" cap="none" spc="0" normalizeH="0" baseline="0" noProof="0">
                <a:ln>
                  <a:noFill/>
                </a:ln>
                <a:solidFill>
                  <a:srgbClr val="D42F7E">
                    <a:lumMod val="90000"/>
                    <a:alpha val="54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  <a:sym typeface="等线"/>
              </a:rPr>
              <a:t>confidential 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5393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pic>
        <p:nvPicPr>
          <p:cNvPr id="21" name="图片 10">
            <a:extLst>
              <a:ext uri="{FF2B5EF4-FFF2-40B4-BE49-F238E27FC236}">
                <a16:creationId xmlns:a16="http://schemas.microsoft.com/office/drawing/2014/main" id="{6DD91E42-5DE7-48BB-BB60-686D6FDD77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cxnSp>
        <p:nvCxnSpPr>
          <p:cNvPr id="22" name="直接连接符 3">
            <a:extLst>
              <a:ext uri="{FF2B5EF4-FFF2-40B4-BE49-F238E27FC236}">
                <a16:creationId xmlns:a16="http://schemas.microsoft.com/office/drawing/2014/main" id="{483CD89C-AAD7-A647-94A4-92011A0EBCAC}"/>
              </a:ext>
            </a:extLst>
          </p:cNvPr>
          <p:cNvCxnSpPr>
            <a:cxnSpLocks/>
          </p:cNvCxnSpPr>
          <p:nvPr userDrawn="1"/>
        </p:nvCxnSpPr>
        <p:spPr>
          <a:xfrm>
            <a:off x="430186" y="192527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9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314" r="17293" b="44235"/>
          <a:stretch/>
        </p:blipFill>
        <p:spPr>
          <a:xfrm>
            <a:off x="5" y="4070623"/>
            <a:ext cx="11520488" cy="24095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1297694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0" y="2454966"/>
            <a:ext cx="11520488" cy="4025209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5028" y="192525"/>
            <a:ext cx="7203305" cy="4693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68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32008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16" y="4735880"/>
            <a:ext cx="437287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36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3" y="1"/>
            <a:ext cx="2401145" cy="901915"/>
          </a:xfrm>
          <a:prstGeom prst="rect">
            <a:avLst/>
          </a:prstGeom>
        </p:spPr>
      </p:pic>
      <p:cxnSp>
        <p:nvCxnSpPr>
          <p:cNvPr id="13" name="直接连接符 3">
            <a:extLst>
              <a:ext uri="{FF2B5EF4-FFF2-40B4-BE49-F238E27FC236}">
                <a16:creationId xmlns:a16="http://schemas.microsoft.com/office/drawing/2014/main" id="{AEDB2DA4-434E-EA4B-9714-FDBD1CFFD27B}"/>
              </a:ext>
            </a:extLst>
          </p:cNvPr>
          <p:cNvCxnSpPr>
            <a:cxnSpLocks/>
          </p:cNvCxnSpPr>
          <p:nvPr userDrawn="1"/>
        </p:nvCxnSpPr>
        <p:spPr>
          <a:xfrm>
            <a:off x="430187" y="192525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5006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0" y="2454966"/>
            <a:ext cx="11520488" cy="4025209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5028" y="192525"/>
            <a:ext cx="7203305" cy="4693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68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32008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16" y="4735880"/>
            <a:ext cx="437287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36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3" y="1"/>
            <a:ext cx="2401145" cy="901915"/>
          </a:xfrm>
          <a:prstGeom prst="rect">
            <a:avLst/>
          </a:prstGeom>
        </p:spPr>
      </p:pic>
      <p:cxnSp>
        <p:nvCxnSpPr>
          <p:cNvPr id="13" name="直接连接符 3">
            <a:extLst>
              <a:ext uri="{FF2B5EF4-FFF2-40B4-BE49-F238E27FC236}">
                <a16:creationId xmlns:a16="http://schemas.microsoft.com/office/drawing/2014/main" id="{AEDB2DA4-434E-EA4B-9714-FDBD1CFFD27B}"/>
              </a:ext>
            </a:extLst>
          </p:cNvPr>
          <p:cNvCxnSpPr>
            <a:cxnSpLocks/>
          </p:cNvCxnSpPr>
          <p:nvPr userDrawn="1"/>
        </p:nvCxnSpPr>
        <p:spPr>
          <a:xfrm>
            <a:off x="430187" y="192525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0577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3" y="246981"/>
            <a:ext cx="1070380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643" b="0" baseline="0">
                <a:solidFill>
                  <a:schemeClr val="tx1"/>
                </a:solidFill>
                <a:latin typeface="SST Japanese Pro  Bold" panose="020B0805060504020204" pitchFamily="34" charset="-128"/>
                <a:ea typeface="SST Japanese Pro  Bold" panose="020B0805060504020204" pitchFamily="34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780946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679636" y="4935961"/>
            <a:ext cx="5964233" cy="2092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36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endParaRPr kumimoji="1" lang="en-US" altLang="ja-JP"/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966" y="2440899"/>
            <a:ext cx="609984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416" b="1" spc="94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6" y="3315994"/>
            <a:ext cx="6099845" cy="278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812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4136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3A8725F-DCAB-440F-A8BF-980C53185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818" y="340088"/>
            <a:ext cx="1019567" cy="1835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20FE48A-030A-456C-B17F-2F868BDA12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3725" y="1048304"/>
            <a:ext cx="3856467" cy="436858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657AFA-6A61-499F-9E81-B4C4202CDDBC}"/>
              </a:ext>
            </a:extLst>
          </p:cNvPr>
          <p:cNvSpPr txBox="1"/>
          <p:nvPr userDrawn="1"/>
        </p:nvSpPr>
        <p:spPr>
          <a:xfrm>
            <a:off x="594439" y="5386763"/>
            <a:ext cx="3999813" cy="615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22"/>
              <a:t>System Solutions Business Division</a:t>
            </a:r>
          </a:p>
          <a:p>
            <a:endParaRPr kumimoji="1" lang="en-US" altLang="ja-JP" sz="1038"/>
          </a:p>
          <a:p>
            <a:pPr lvl="0"/>
            <a:r>
              <a:rPr kumimoji="1" lang="en-US" altLang="ja-JP" sz="1038">
                <a:solidFill>
                  <a:schemeClr val="bg2"/>
                </a:solidFill>
              </a:rPr>
              <a:t>Copyright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2021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Sony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Semiconductor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Solutions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Corporation</a:t>
            </a:r>
            <a:endParaRPr kumimoji="1" lang="ja-JP" altLang="en-US" sz="1038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266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7" userDrawn="1">
          <p15:clr>
            <a:srgbClr val="FBAE40"/>
          </p15:clr>
        </p15:guide>
        <p15:guide id="2" pos="203" userDrawn="1">
          <p15:clr>
            <a:srgbClr val="FBAE40"/>
          </p15:clr>
        </p15:guide>
        <p15:guide id="3" pos="7061" userDrawn="1">
          <p15:clr>
            <a:srgbClr val="FBAE40"/>
          </p15:clr>
        </p15:guide>
        <p15:guide id="4" orient="horz" pos="2084" userDrawn="1">
          <p15:clr>
            <a:srgbClr val="FBAE40"/>
          </p15:clr>
        </p15:guide>
        <p15:guide id="5" orient="horz" pos="3413" userDrawn="1">
          <p15:clr>
            <a:srgbClr val="FBAE40"/>
          </p15:clr>
        </p15:guide>
        <p15:guide id="6" orient="horz" pos="3627" userDrawn="1">
          <p15:clr>
            <a:srgbClr val="FBAE40"/>
          </p15:clr>
        </p15:guide>
        <p15:guide id="7" orient="horz" pos="198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タイトル 1">
            <a:extLst>
              <a:ext uri="{FF2B5EF4-FFF2-40B4-BE49-F238E27FC236}">
                <a16:creationId xmlns:a16="http://schemas.microsoft.com/office/drawing/2014/main" id="{417248CC-449C-44FE-B05E-FE5DDD78E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0041" y="3977375"/>
            <a:ext cx="9792415" cy="1287035"/>
          </a:xfrm>
        </p:spPr>
        <p:txBody>
          <a:bodyPr anchor="t"/>
          <a:lstStyle>
            <a:lvl1pPr algn="l">
              <a:defRPr sz="1510" b="0" cap="none" baseline="0"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サブタイトルの書式設定</a:t>
            </a:r>
          </a:p>
        </p:txBody>
      </p:sp>
      <p:sp>
        <p:nvSpPr>
          <p:cNvPr id="18" name="テキスト プレースホルダ 2">
            <a:extLst>
              <a:ext uri="{FF2B5EF4-FFF2-40B4-BE49-F238E27FC236}">
                <a16:creationId xmlns:a16="http://schemas.microsoft.com/office/drawing/2014/main" id="{F701B879-9CBD-4FE8-8BE8-AB35BF84A5C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0041" y="2559837"/>
            <a:ext cx="9792415" cy="1417538"/>
          </a:xfrm>
        </p:spPr>
        <p:txBody>
          <a:bodyPr anchor="b"/>
          <a:lstStyle>
            <a:lvl1pPr marL="0" indent="0">
              <a:buNone/>
              <a:defRPr sz="2416" b="1">
                <a:latin typeface="+mn-ea"/>
                <a:ea typeface="+mn-ea"/>
                <a:cs typeface="Arial" panose="020B0604020202020204" pitchFamily="34" charset="0"/>
              </a:defRPr>
            </a:lvl1pPr>
            <a:lvl2pPr marL="576888" indent="0">
              <a:buNone/>
              <a:defRPr sz="1812"/>
            </a:lvl2pPr>
            <a:lvl3pPr marL="1153776" indent="0">
              <a:buNone/>
              <a:defRPr sz="1586"/>
            </a:lvl3pPr>
            <a:lvl4pPr marL="1730663" indent="0">
              <a:buNone/>
              <a:defRPr sz="1434"/>
            </a:lvl4pPr>
            <a:lvl5pPr marL="2307550" indent="0">
              <a:buNone/>
              <a:defRPr sz="1434"/>
            </a:lvl5pPr>
            <a:lvl6pPr marL="2884438" indent="0">
              <a:buNone/>
              <a:defRPr sz="1434"/>
            </a:lvl6pPr>
            <a:lvl7pPr marL="3461326" indent="0">
              <a:buNone/>
              <a:defRPr sz="1434"/>
            </a:lvl7pPr>
            <a:lvl8pPr marL="4038213" indent="0">
              <a:buNone/>
              <a:defRPr sz="1434"/>
            </a:lvl8pPr>
            <a:lvl9pPr marL="4615100" indent="0">
              <a:buNone/>
              <a:defRPr sz="1434"/>
            </a:lvl9pPr>
          </a:lstStyle>
          <a:p>
            <a:pPr lvl="0"/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633521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264923" y="246981"/>
            <a:ext cx="10846473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2" name="コンテンツ プレースホルダ 2">
            <a:extLst>
              <a:ext uri="{FF2B5EF4-FFF2-40B4-BE49-F238E27FC236}">
                <a16:creationId xmlns:a16="http://schemas.microsoft.com/office/drawing/2014/main" id="{6E812C4E-2A4A-4E33-AFD8-652B4014BC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2755" y="1053384"/>
            <a:ext cx="10528568" cy="4839684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860492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3" y="246981"/>
            <a:ext cx="1070380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2" name="コンテンツ プレースホルダ 2">
            <a:extLst>
              <a:ext uri="{FF2B5EF4-FFF2-40B4-BE49-F238E27FC236}">
                <a16:creationId xmlns:a16="http://schemas.microsoft.com/office/drawing/2014/main" id="{6E812C4E-2A4A-4E33-AFD8-652B4014BC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2410" y="1052612"/>
            <a:ext cx="4757979" cy="4704407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2">
            <a:extLst>
              <a:ext uri="{FF2B5EF4-FFF2-40B4-BE49-F238E27FC236}">
                <a16:creationId xmlns:a16="http://schemas.microsoft.com/office/drawing/2014/main" id="{943F5580-99CD-4972-9CE2-7DF497531DE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00100" y="1052612"/>
            <a:ext cx="4757979" cy="4704407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457716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264924" y="246981"/>
            <a:ext cx="1084647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475151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 userDrawn="1"/>
        </p:nvSpPr>
        <p:spPr bwMode="gray">
          <a:xfrm>
            <a:off x="680321" y="5782833"/>
            <a:ext cx="10159847" cy="408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78"/>
              </a:spcAft>
            </a:pPr>
            <a:r>
              <a:rPr kumimoji="1" lang="en-US" altLang="ja-JP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SONY</a:t>
            </a:r>
            <a:r>
              <a:rPr kumimoji="1" lang="ja-JP" altLang="en-US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はソニー株式会社の登録商標または商標です。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78"/>
              </a:spcAft>
            </a:pPr>
            <a:r>
              <a:rPr kumimoji="1" lang="ja-JP" altLang="en-US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各ソニー製品の商品名・サービス名はソニー株式会社またはグループ各社の登録商標または商標です。その他の製品および会社名は、各社の商号、登録商標または商標です。 </a:t>
            </a:r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1155" y="2814227"/>
            <a:ext cx="3398179" cy="8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787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ue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6" y="340433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188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2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6"/>
              </a:lnSpc>
              <a:spcBef>
                <a:spcPts val="0"/>
              </a:spcBef>
              <a:buFontTx/>
              <a:buNone/>
              <a:defRPr sz="181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ts val="3206"/>
              </a:lnSpc>
              <a:spcBef>
                <a:spcPts val="0"/>
              </a:spcBef>
              <a:buFontTx/>
              <a:buNone/>
              <a:defRPr sz="113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ts val="3206"/>
              </a:lnSpc>
              <a:spcBef>
                <a:spcPts val="0"/>
              </a:spcBef>
              <a:buFontTx/>
              <a:buNone/>
              <a:defRPr sz="1055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ts val="3206"/>
              </a:lnSpc>
              <a:spcBef>
                <a:spcPts val="0"/>
              </a:spcBef>
              <a:buFontTx/>
              <a:buNone/>
              <a:defRPr sz="83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754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5E05EA-0D24-4088-946B-283F763B477C}"/>
              </a:ext>
            </a:extLst>
          </p:cNvPr>
          <p:cNvSpPr/>
          <p:nvPr userDrawn="1"/>
        </p:nvSpPr>
        <p:spPr>
          <a:xfrm>
            <a:off x="2" y="6072069"/>
            <a:ext cx="11519828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6189" tIns="43093" rIns="86189" bIns="43093" rtlCol="0" anchor="ctr"/>
          <a:lstStyle/>
          <a:p>
            <a:pPr algn="ctr"/>
            <a:endParaRPr kumimoji="1" lang="ja-JP" altLang="en-US" sz="943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D13FCA6-336C-418C-8293-536EB3F6AFBA}"/>
              </a:ext>
            </a:extLst>
          </p:cNvPr>
          <p:cNvCxnSpPr/>
          <p:nvPr userDrawn="1"/>
        </p:nvCxnSpPr>
        <p:spPr>
          <a:xfrm>
            <a:off x="1950735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フッター プレースホルダー 3">
            <a:extLst>
              <a:ext uri="{FF2B5EF4-FFF2-40B4-BE49-F238E27FC236}">
                <a16:creationId xmlns:a16="http://schemas.microsoft.com/office/drawing/2014/main" id="{7BFF615B-B0EA-41D4-A6DA-74651CAE8738}"/>
              </a:ext>
            </a:extLst>
          </p:cNvPr>
          <p:cNvSpPr txBox="1">
            <a:spLocks/>
          </p:cNvSpPr>
          <p:nvPr userDrawn="1"/>
        </p:nvSpPr>
        <p:spPr>
          <a:xfrm>
            <a:off x="7577964" y="6174096"/>
            <a:ext cx="2718543" cy="204053"/>
          </a:xfrm>
          <a:prstGeom prst="rect">
            <a:avLst/>
          </a:prstGeom>
        </p:spPr>
        <p:txBody>
          <a:bodyPr wrap="square" lIns="67864" tIns="0" rIns="67864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フッター プレースホルダー 3">
            <a:extLst>
              <a:ext uri="{FF2B5EF4-FFF2-40B4-BE49-F238E27FC236}">
                <a16:creationId xmlns:a16="http://schemas.microsoft.com/office/drawing/2014/main" id="{28B6A925-B4C3-44B7-9A24-CDA0F5D9A712}"/>
              </a:ext>
            </a:extLst>
          </p:cNvPr>
          <p:cNvSpPr txBox="1">
            <a:spLocks/>
          </p:cNvSpPr>
          <p:nvPr userDrawn="1"/>
        </p:nvSpPr>
        <p:spPr>
          <a:xfrm>
            <a:off x="3449228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132">
                <a:latin typeface="Meiryo UI" panose="020B0604030504040204" pitchFamily="50" charset="-128"/>
                <a:ea typeface="Meiryo UI" panose="020B0604030504040204" pitchFamily="50" charset="-128"/>
              </a:rPr>
              <a:t>SSS </a:t>
            </a:r>
            <a:r>
              <a:rPr lang="ja-JP" altLang="en-US" sz="1132">
                <a:latin typeface="Meiryo UI" panose="020B0604030504040204" pitchFamily="50" charset="-128"/>
                <a:ea typeface="Meiryo UI" panose="020B0604030504040204" pitchFamily="50" charset="-128"/>
              </a:rPr>
              <a:t>システムソリューション事業部</a:t>
            </a:r>
          </a:p>
        </p:txBody>
      </p:sp>
      <p:sp>
        <p:nvSpPr>
          <p:cNvPr id="26" name="スライド番号プレースホルダー 4">
            <a:extLst>
              <a:ext uri="{FF2B5EF4-FFF2-40B4-BE49-F238E27FC236}">
                <a16:creationId xmlns:a16="http://schemas.microsoft.com/office/drawing/2014/main" id="{4AD00B23-8593-4D4B-ACBD-9AC633600F46}"/>
              </a:ext>
            </a:extLst>
          </p:cNvPr>
          <p:cNvSpPr txBox="1">
            <a:spLocks/>
          </p:cNvSpPr>
          <p:nvPr userDrawn="1"/>
        </p:nvSpPr>
        <p:spPr>
          <a:xfrm>
            <a:off x="1274149" y="6170996"/>
            <a:ext cx="611741" cy="22362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72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132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‹#›</a:t>
            </a:fld>
            <a:r>
              <a:rPr lang="en-US" altLang="ja-JP" sz="1132">
                <a:latin typeface="Meiryo UI" panose="020B0604030504040204" pitchFamily="50" charset="-128"/>
                <a:ea typeface="Meiryo UI" panose="020B0604030504040204" pitchFamily="50" charset="-128"/>
              </a:rPr>
              <a:t>/TTL</a:t>
            </a:r>
            <a:endParaRPr lang="ja-JP" altLang="en-US" sz="1132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5BD2FF99-C650-47E0-A812-BAEF0C20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1" y="6158994"/>
            <a:ext cx="989733" cy="247630"/>
          </a:xfrm>
          <a:prstGeom prst="rect">
            <a:avLst/>
          </a:prstGeom>
        </p:spPr>
      </p:pic>
      <p:sp>
        <p:nvSpPr>
          <p:cNvPr id="29" name="日付プレースホルダー 2">
            <a:extLst>
              <a:ext uri="{FF2B5EF4-FFF2-40B4-BE49-F238E27FC236}">
                <a16:creationId xmlns:a16="http://schemas.microsoft.com/office/drawing/2014/main" id="{897E65EF-201A-4174-B696-E47A9575E043}"/>
              </a:ext>
            </a:extLst>
          </p:cNvPr>
          <p:cNvSpPr txBox="1">
            <a:spLocks/>
          </p:cNvSpPr>
          <p:nvPr userDrawn="1"/>
        </p:nvSpPr>
        <p:spPr>
          <a:xfrm>
            <a:off x="2021834" y="6166547"/>
            <a:ext cx="951596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C1F535-4AF7-4450-A61F-7CBE8FA4EC4C}" type="datetime1">
              <a:rPr lang="ja-JP" altLang="en-US" sz="1132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2026/5/6</a:t>
            </a:fld>
            <a:endParaRPr lang="ja-JP" altLang="en-US" sz="1132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0BFA518-2106-4693-9581-C5BFD6FA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10" y="6071227"/>
            <a:ext cx="1222781" cy="408877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5C16F3-E957-4B65-9DF7-3CF54464F599}"/>
              </a:ext>
            </a:extLst>
          </p:cNvPr>
          <p:cNvSpPr txBox="1"/>
          <p:nvPr userDrawn="1"/>
        </p:nvSpPr>
        <p:spPr>
          <a:xfrm>
            <a:off x="9022861" y="6207972"/>
            <a:ext cx="1190702" cy="14967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ja-JP" altLang="en-US" sz="943">
                <a:solidFill>
                  <a:schemeClr val="bg1"/>
                </a:solidFill>
                <a:latin typeface="+mn-ea"/>
                <a:cs typeface="メイリオ"/>
              </a:rPr>
              <a:t>コピー・印刷・配布</a:t>
            </a:r>
            <a:endParaRPr lang="en-US" altLang="ja-JP" sz="943">
              <a:solidFill>
                <a:schemeClr val="bg1"/>
              </a:solidFill>
              <a:latin typeface="+mn-ea"/>
              <a:cs typeface="メイリオ"/>
            </a:endParaRPr>
          </a:p>
          <a:p>
            <a:pPr algn="r"/>
            <a:r>
              <a:rPr lang="ja-JP" altLang="en-US" sz="943" b="1">
                <a:solidFill>
                  <a:schemeClr val="bg1"/>
                </a:solidFill>
                <a:latin typeface="+mn-ea"/>
                <a:cs typeface="メイリオ"/>
              </a:rPr>
              <a:t>禁止</a:t>
            </a:r>
            <a:endParaRPr lang="en-US" altLang="ja-JP" sz="943" b="1">
              <a:solidFill>
                <a:schemeClr val="bg1"/>
              </a:solidFill>
              <a:latin typeface="+mn-ea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2680736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08" y="6071300"/>
            <a:ext cx="1222781" cy="408877"/>
          </a:xfrm>
          <a:prstGeom prst="rect">
            <a:avLst/>
          </a:prstGeom>
        </p:spPr>
      </p:pic>
      <p:sp>
        <p:nvSpPr>
          <p:cNvPr id="23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679638" y="5417601"/>
            <a:ext cx="10160555" cy="10400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676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部署名</a:t>
            </a:r>
          </a:p>
        </p:txBody>
      </p:sp>
      <p:sp>
        <p:nvSpPr>
          <p:cNvPr id="26" name="テキスト プレースホルダー 2"/>
          <p:cNvSpPr>
            <a:spLocks noGrp="1"/>
          </p:cNvSpPr>
          <p:nvPr>
            <p:ph type="body" sz="quarter" idx="13" hasCustomPrompt="1"/>
          </p:nvPr>
        </p:nvSpPr>
        <p:spPr>
          <a:xfrm>
            <a:off x="679638" y="5818108"/>
            <a:ext cx="10160555" cy="741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ctr">
              <a:buNone/>
              <a:defRPr sz="482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ライツ表記</a:t>
            </a:r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638" y="1879586"/>
            <a:ext cx="1016055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546" b="1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8" y="2754679"/>
            <a:ext cx="10160555" cy="14863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966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3725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sp>
        <p:nvSpPr>
          <p:cNvPr id="15" name="フッター プレースホルダー 3"/>
          <p:cNvSpPr txBox="1">
            <a:spLocks/>
          </p:cNvSpPr>
          <p:nvPr userDrawn="1"/>
        </p:nvSpPr>
        <p:spPr>
          <a:xfrm>
            <a:off x="7577963" y="6174096"/>
            <a:ext cx="2718543" cy="204053"/>
          </a:xfrm>
          <a:prstGeom prst="rect">
            <a:avLst/>
          </a:prstGeom>
        </p:spPr>
        <p:txBody>
          <a:bodyPr wrap="square" lIns="67908" tIns="0" rIns="67908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943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Copy, Print, Redistribution</a:t>
            </a:r>
          </a:p>
          <a:p>
            <a:pPr algn="r"/>
            <a:r>
              <a:rPr lang="en-US" altLang="ja-JP" sz="943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Prohibited</a:t>
            </a:r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49" y="286210"/>
            <a:ext cx="1357545" cy="34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553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7" y="340434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398" b="1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3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4"/>
              </a:lnSpc>
              <a:spcBef>
                <a:spcPts val="0"/>
              </a:spcBef>
              <a:buFontTx/>
              <a:buNone/>
              <a:defRPr sz="1158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>
              <a:lnSpc>
                <a:spcPts val="3204"/>
              </a:lnSpc>
              <a:spcBef>
                <a:spcPts val="0"/>
              </a:spcBef>
              <a:buFontTx/>
              <a:buNone/>
              <a:defRPr sz="724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>
              <a:lnSpc>
                <a:spcPts val="3204"/>
              </a:lnSpc>
              <a:spcBef>
                <a:spcPts val="0"/>
              </a:spcBef>
              <a:buFontTx/>
              <a:buNone/>
              <a:defRPr sz="676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>
              <a:lnSpc>
                <a:spcPts val="3204"/>
              </a:lnSpc>
              <a:spcBef>
                <a:spcPts val="0"/>
              </a:spcBef>
              <a:buFontTx/>
              <a:buNone/>
              <a:defRPr sz="531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>
              <a:defRPr sz="482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5E05EA-0D24-4088-946B-283F763B477C}"/>
              </a:ext>
            </a:extLst>
          </p:cNvPr>
          <p:cNvSpPr/>
          <p:nvPr userDrawn="1"/>
        </p:nvSpPr>
        <p:spPr>
          <a:xfrm>
            <a:off x="2" y="6072069"/>
            <a:ext cx="11519828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6119" tIns="43059" rIns="86119" bIns="43059" rtlCol="0" anchor="ctr"/>
          <a:lstStyle/>
          <a:p>
            <a:pPr algn="ctr"/>
            <a:endParaRPr kumimoji="1" lang="ja-JP" altLang="en-US" sz="942">
              <a:solidFill>
                <a:srgbClr val="FFFFFF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D13FCA6-336C-418C-8293-536EB3F6AFBA}"/>
              </a:ext>
            </a:extLst>
          </p:cNvPr>
          <p:cNvCxnSpPr/>
          <p:nvPr userDrawn="1"/>
        </p:nvCxnSpPr>
        <p:spPr>
          <a:xfrm>
            <a:off x="1950735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フッター プレースホルダー 3">
            <a:extLst>
              <a:ext uri="{FF2B5EF4-FFF2-40B4-BE49-F238E27FC236}">
                <a16:creationId xmlns:a16="http://schemas.microsoft.com/office/drawing/2014/main" id="{7BFF615B-B0EA-41D4-A6DA-74651CAE8738}"/>
              </a:ext>
            </a:extLst>
          </p:cNvPr>
          <p:cNvSpPr txBox="1">
            <a:spLocks/>
          </p:cNvSpPr>
          <p:nvPr userDrawn="1"/>
        </p:nvSpPr>
        <p:spPr>
          <a:xfrm>
            <a:off x="7577964" y="6174096"/>
            <a:ext cx="2718543" cy="204053"/>
          </a:xfrm>
          <a:prstGeom prst="rect">
            <a:avLst/>
          </a:prstGeom>
        </p:spPr>
        <p:txBody>
          <a:bodyPr wrap="square" lIns="67809" tIns="0" rIns="67809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2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5" name="フッター プレースホルダー 3">
            <a:extLst>
              <a:ext uri="{FF2B5EF4-FFF2-40B4-BE49-F238E27FC236}">
                <a16:creationId xmlns:a16="http://schemas.microsoft.com/office/drawing/2014/main" id="{28B6A925-B4C3-44B7-9A24-CDA0F5D9A712}"/>
              </a:ext>
            </a:extLst>
          </p:cNvPr>
          <p:cNvSpPr txBox="1">
            <a:spLocks/>
          </p:cNvSpPr>
          <p:nvPr userDrawn="1"/>
        </p:nvSpPr>
        <p:spPr>
          <a:xfrm>
            <a:off x="3449229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13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System Solution Business Division, SSS</a:t>
            </a:r>
            <a:endParaRPr lang="ja-JP" altLang="en-US" sz="1131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6" name="スライド番号プレースホルダー 4">
            <a:extLst>
              <a:ext uri="{FF2B5EF4-FFF2-40B4-BE49-F238E27FC236}">
                <a16:creationId xmlns:a16="http://schemas.microsoft.com/office/drawing/2014/main" id="{4AD00B23-8593-4D4B-ACBD-9AC633600F46}"/>
              </a:ext>
            </a:extLst>
          </p:cNvPr>
          <p:cNvSpPr txBox="1">
            <a:spLocks/>
          </p:cNvSpPr>
          <p:nvPr userDrawn="1"/>
        </p:nvSpPr>
        <p:spPr>
          <a:xfrm>
            <a:off x="1274149" y="6170996"/>
            <a:ext cx="611741" cy="22362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461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131" smtClean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pPr/>
              <a:t>‹#›</a:t>
            </a:fld>
            <a:r>
              <a:rPr lang="en-US" altLang="ja-JP" sz="113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/TTL</a:t>
            </a:r>
            <a:endParaRPr lang="ja-JP" altLang="en-US" sz="1131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5BD2FF99-C650-47E0-A812-BAEF0C20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2" y="6158994"/>
            <a:ext cx="989733" cy="247630"/>
          </a:xfrm>
          <a:prstGeom prst="rect">
            <a:avLst/>
          </a:prstGeom>
        </p:spPr>
      </p:pic>
      <p:sp>
        <p:nvSpPr>
          <p:cNvPr id="29" name="日付プレースホルダー 2">
            <a:extLst>
              <a:ext uri="{FF2B5EF4-FFF2-40B4-BE49-F238E27FC236}">
                <a16:creationId xmlns:a16="http://schemas.microsoft.com/office/drawing/2014/main" id="{897E65EF-201A-4174-B696-E47A9575E043}"/>
              </a:ext>
            </a:extLst>
          </p:cNvPr>
          <p:cNvSpPr txBox="1">
            <a:spLocks/>
          </p:cNvSpPr>
          <p:nvPr userDrawn="1"/>
        </p:nvSpPr>
        <p:spPr>
          <a:xfrm>
            <a:off x="2021834" y="6166548"/>
            <a:ext cx="1783819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A7FAF5-8901-4612-910A-28675740E429}" type="datetime3">
              <a:rPr lang="en-US" altLang="ja-JP" sz="1131" smtClean="0">
                <a:solidFill>
                  <a:schemeClr val="bg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6 May 2026</a:t>
            </a:fld>
            <a:endParaRPr lang="ja-JP" altLang="en-US" sz="1131">
              <a:solidFill>
                <a:schemeClr val="bg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0BFA518-2106-4693-9581-C5BFD6FA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11" y="6071228"/>
            <a:ext cx="1222781" cy="408877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5C16F3-E957-4B65-9DF7-3CF54464F599}"/>
              </a:ext>
            </a:extLst>
          </p:cNvPr>
          <p:cNvSpPr txBox="1"/>
          <p:nvPr userDrawn="1"/>
        </p:nvSpPr>
        <p:spPr>
          <a:xfrm>
            <a:off x="8768768" y="6207972"/>
            <a:ext cx="1440750" cy="14967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altLang="ja-JP" sz="94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Copy, Print, Redistribution</a:t>
            </a:r>
          </a:p>
          <a:p>
            <a:pPr algn="r"/>
            <a:r>
              <a:rPr lang="en-US" altLang="ja-JP" sz="942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Prohibited</a:t>
            </a:r>
          </a:p>
        </p:txBody>
      </p:sp>
    </p:spTree>
    <p:extLst>
      <p:ext uri="{BB962C8B-B14F-4D97-AF65-F5344CB8AC3E}">
        <p14:creationId xmlns:p14="http://schemas.microsoft.com/office/powerpoint/2010/main" val="38316679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ck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/>
          <p:cNvSpPr/>
          <p:nvPr userDrawn="1"/>
        </p:nvSpPr>
        <p:spPr>
          <a:xfrm>
            <a:off x="2" y="6072069"/>
            <a:ext cx="11519827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49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780296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4" y="340432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352" b="1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1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8"/>
              </a:lnSpc>
              <a:spcBef>
                <a:spcPts val="0"/>
              </a:spcBef>
              <a:buFontTx/>
              <a:buNone/>
              <a:defRPr sz="1158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>
              <a:lnSpc>
                <a:spcPts val="3208"/>
              </a:lnSpc>
              <a:spcBef>
                <a:spcPts val="0"/>
              </a:spcBef>
              <a:buFontTx/>
              <a:buNone/>
              <a:defRPr sz="773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>
              <a:lnSpc>
                <a:spcPts val="3208"/>
              </a:lnSpc>
              <a:spcBef>
                <a:spcPts val="0"/>
              </a:spcBef>
              <a:buFontTx/>
              <a:buNone/>
              <a:defRPr sz="676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>
              <a:lnSpc>
                <a:spcPts val="3208"/>
              </a:lnSpc>
              <a:spcBef>
                <a:spcPts val="0"/>
              </a:spcBef>
              <a:buFontTx/>
              <a:buNone/>
              <a:defRPr sz="531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>
              <a:defRPr sz="482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en-US" altLang="ja-JP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2" name="フッター プレースホルダー 3"/>
          <p:cNvSpPr txBox="1">
            <a:spLocks/>
          </p:cNvSpPr>
          <p:nvPr userDrawn="1"/>
        </p:nvSpPr>
        <p:spPr>
          <a:xfrm>
            <a:off x="7577963" y="6174096"/>
            <a:ext cx="2718543" cy="204053"/>
          </a:xfrm>
          <a:prstGeom prst="rect">
            <a:avLst/>
          </a:prstGeom>
        </p:spPr>
        <p:txBody>
          <a:bodyPr wrap="square" lIns="67908" tIns="0" rIns="67908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3" name="フッター プレースホルダー 3"/>
          <p:cNvSpPr txBox="1">
            <a:spLocks/>
          </p:cNvSpPr>
          <p:nvPr userDrawn="1"/>
        </p:nvSpPr>
        <p:spPr>
          <a:xfrm>
            <a:off x="2837487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ソニーグループ株式会社　情報セキュリティ部　</a:t>
            </a:r>
          </a:p>
        </p:txBody>
      </p:sp>
      <p:sp>
        <p:nvSpPr>
          <p:cNvPr id="27" name="日付プレースホルダー 2"/>
          <p:cNvSpPr txBox="1">
            <a:spLocks/>
          </p:cNvSpPr>
          <p:nvPr userDrawn="1"/>
        </p:nvSpPr>
        <p:spPr>
          <a:xfrm>
            <a:off x="1953863" y="6174096"/>
            <a:ext cx="732606" cy="20405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2023/01/17</a:t>
            </a:r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1" y="6158992"/>
            <a:ext cx="989733" cy="247630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08" y="6072071"/>
            <a:ext cx="1222781" cy="408877"/>
          </a:xfrm>
          <a:prstGeom prst="rect">
            <a:avLst/>
          </a:prstGeom>
        </p:spPr>
      </p:pic>
      <p:sp>
        <p:nvSpPr>
          <p:cNvPr id="13" name="スライド番号プレースホルダー 4">
            <a:extLst>
              <a:ext uri="{FF2B5EF4-FFF2-40B4-BE49-F238E27FC236}">
                <a16:creationId xmlns:a16="http://schemas.microsoft.com/office/drawing/2014/main" id="{FFB651D1-FBD8-4BB5-AFB1-E11DB0ADBF50}"/>
              </a:ext>
            </a:extLst>
          </p:cNvPr>
          <p:cNvSpPr txBox="1">
            <a:spLocks/>
          </p:cNvSpPr>
          <p:nvPr userDrawn="1"/>
        </p:nvSpPr>
        <p:spPr>
          <a:xfrm>
            <a:off x="1274150" y="6183001"/>
            <a:ext cx="407827" cy="1862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461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943" smtClean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pPr/>
              <a:t>‹#›</a:t>
            </a:fld>
            <a:r>
              <a:rPr lang="en-US" altLang="ja-JP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/34</a:t>
            </a:r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7680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679638" y="4935963"/>
            <a:ext cx="5964233" cy="1335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868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966" y="2440899"/>
            <a:ext cx="609984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1544" b="1" spc="94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6" y="3315996"/>
            <a:ext cx="6099845" cy="1781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158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3314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3A8725F-DCAB-440F-A8BF-980C53185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818" y="340088"/>
            <a:ext cx="1019567" cy="1835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20FE48A-030A-456C-B17F-2F868BDA12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3725" y="1048306"/>
            <a:ext cx="3856467" cy="436858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657AFA-6A61-499F-9E81-B4C4202CDDBC}"/>
              </a:ext>
            </a:extLst>
          </p:cNvPr>
          <p:cNvSpPr txBox="1"/>
          <p:nvPr userDrawn="1"/>
        </p:nvSpPr>
        <p:spPr>
          <a:xfrm>
            <a:off x="594438" y="5386764"/>
            <a:ext cx="3995004" cy="61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20"/>
              <a:t>System Solutions Business Division</a:t>
            </a:r>
          </a:p>
          <a:p>
            <a:endParaRPr kumimoji="1" lang="en-US" altLang="ja-JP" sz="1037"/>
          </a:p>
          <a:p>
            <a:pPr lvl="0"/>
            <a:r>
              <a:rPr kumimoji="1" lang="en-US" altLang="ja-JP" sz="1037">
                <a:solidFill>
                  <a:schemeClr val="bg2"/>
                </a:solidFill>
              </a:rPr>
              <a:t>Copyright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2022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Sony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Semiconductor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Solutions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Corporation</a:t>
            </a:r>
            <a:endParaRPr kumimoji="1" lang="ja-JP" altLang="en-US" sz="1037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958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6">
          <p15:clr>
            <a:srgbClr val="FBAE40"/>
          </p15:clr>
        </p15:guide>
        <p15:guide id="2" pos="215">
          <p15:clr>
            <a:srgbClr val="FBAE40"/>
          </p15:clr>
        </p15:guide>
        <p15:guide id="3" pos="7473">
          <p15:clr>
            <a:srgbClr val="FBAE40"/>
          </p15:clr>
        </p15:guide>
        <p15:guide id="4" orient="horz" pos="2206">
          <p15:clr>
            <a:srgbClr val="FBAE40"/>
          </p15:clr>
        </p15:guide>
        <p15:guide id="5" orient="horz" pos="3612">
          <p15:clr>
            <a:srgbClr val="FBAE40"/>
          </p15:clr>
        </p15:guide>
        <p15:guide id="6" orient="horz" pos="3839">
          <p15:clr>
            <a:srgbClr val="FBAE40"/>
          </p15:clr>
        </p15:guide>
        <p15:guide id="7" orient="horz" pos="21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图片包含 动物, 桌子, 龙虾, 灯光&#10;&#10;描述已自动生成">
            <a:extLst>
              <a:ext uri="{FF2B5EF4-FFF2-40B4-BE49-F238E27FC236}">
                <a16:creationId xmlns:a16="http://schemas.microsoft.com/office/drawing/2014/main" id="{385DCF73-8404-366D-09EC-A5C2BE355C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9500532-75B6-0F58-919F-7223F395D55A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11" name="图片 10" descr="卡通人物&#10;&#10;中度可信度描述已自动生成">
              <a:extLst>
                <a:ext uri="{FF2B5EF4-FFF2-40B4-BE49-F238E27FC236}">
                  <a16:creationId xmlns:a16="http://schemas.microsoft.com/office/drawing/2014/main" id="{D15EF37F-088A-907F-5650-28AC58AA57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B30AAB9-CD97-9BDA-D108-5BB7B5651C9B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7899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包含 动物, 桌子, 龙虾, 灯光&#10;&#10;描述已自动生成">
            <a:extLst>
              <a:ext uri="{FF2B5EF4-FFF2-40B4-BE49-F238E27FC236}">
                <a16:creationId xmlns:a16="http://schemas.microsoft.com/office/drawing/2014/main" id="{999CB82C-B4DC-3E6C-4905-2F25960D4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C237ECA-29DC-08E0-028B-A0329D156C2D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8" name="图片 7" descr="卡通人物&#10;&#10;中度可信度描述已自动生成">
              <a:extLst>
                <a:ext uri="{FF2B5EF4-FFF2-40B4-BE49-F238E27FC236}">
                  <a16:creationId xmlns:a16="http://schemas.microsoft.com/office/drawing/2014/main" id="{8203B4C1-5A15-E5A9-89F2-AB66F8250C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3054E48-AD8F-BE86-994C-ADC82EF6D4A8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59406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56C223C-7FDB-43FC-B90C-4621F8E0571B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8B9E4F-DEDD-A6E1-49C2-668C0B1C64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208F2E-CD66-ABE9-8AF9-6CDBAA4F7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ACF6A5C-9426-F644-B2F6-D8FB4965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EC3284-BBBF-8742-C187-7E87F31C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F3E9-CE9D-4FFB-BF12-8A96D0317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1667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957851-9ABE-ECEC-6856-700A03BD8DC3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C207D127-41D6-D21F-6EDF-A6C0BB8B7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2657604-758C-FEE4-E313-91F435E53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9375" y="6042166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buFontTx/>
              <a:buNone/>
              <a:defRPr sz="945">
                <a:solidFill>
                  <a:schemeClr val="bg1"/>
                </a:solidFill>
              </a:defRPr>
            </a:lvl1pPr>
          </a:lstStyle>
          <a:p>
            <a:fld id="{6AD1F3E9-CE9D-4FFB-BF12-8A96D0317A7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2684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2CCED9-B383-0E1E-1DC8-E55C1E427C24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B418F004-A750-314D-A263-66C5A1EB02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6" y="1513753"/>
            <a:ext cx="5624408" cy="352638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134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2B9C9E52-B532-71C1-E68E-393E9B5809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4439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gradFill>
          <a:gsLst>
            <a:gs pos="100000">
              <a:srgbClr val="030C19"/>
            </a:gs>
            <a:gs pos="0">
              <a:srgbClr val="030C19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动物, 桌子, 龙虾, 灯光&#10;&#10;描述已自动生成">
            <a:extLst>
              <a:ext uri="{FF2B5EF4-FFF2-40B4-BE49-F238E27FC236}">
                <a16:creationId xmlns:a16="http://schemas.microsoft.com/office/drawing/2014/main" id="{36B66953-C8D6-AFF0-6F96-EE3D8251BA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A8CD31BD-65FB-71D2-DEB2-6CA6A76B9871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4" name="图片 3" descr="卡通人物&#10;&#10;中度可信度描述已自动生成">
              <a:extLst>
                <a:ext uri="{FF2B5EF4-FFF2-40B4-BE49-F238E27FC236}">
                  <a16:creationId xmlns:a16="http://schemas.microsoft.com/office/drawing/2014/main" id="{F3ED2BE7-7C35-2115-C9BB-B645F111F0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D04A722-1F59-D484-289F-6FA73441C184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722454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76918-5AC4-F95C-F7B9-DA44A68B9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99C104-7F16-A6D9-68E5-6871841FE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E2FC1-09B1-8B43-546A-3A8DFFE9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B7A074-6BE1-6200-E053-DF6702C7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163EA-6E5C-35A0-EDA8-ABFEBE52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36460-C162-4DC1-A168-799EE3B73C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7424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rgbClr val="030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水, 床, 华美, 毯子&#10;&#10;描述已自动生成">
            <a:extLst>
              <a:ext uri="{FF2B5EF4-FFF2-40B4-BE49-F238E27FC236}">
                <a16:creationId xmlns:a16="http://schemas.microsoft.com/office/drawing/2014/main" id="{ED20E3F8-E110-9EC3-4DB0-61E6E3A18C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" y="2"/>
            <a:ext cx="11519738" cy="64805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1D738E-06E0-3FCB-4EE6-322E32E94C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4336" y="252387"/>
            <a:ext cx="1206165" cy="33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4740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5357C-9680-4CD9-97D6-498708F12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C97416-ECC3-2298-73E3-6CECECE39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68045C-C504-A16F-A66D-FB174258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94C18-968A-3CA9-16C8-CEC775E0D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A8E378-54C8-DD7C-842A-21B5219B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36460-C162-4DC1-A168-799EE3B73C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2789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BF592-6A15-4999-ACFA-A535A113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9EFC1-AD45-4610-8FC6-2058F55E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F506-CFF9-4BD2-8D76-33779277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8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image" Target="../media/image7.png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5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84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1" r:id="rId3"/>
    <p:sldLayoutId id="2147483722" r:id="rId4"/>
    <p:sldLayoutId id="2147483723" r:id="rId5"/>
    <p:sldLayoutId id="2147483724" r:id="rId6"/>
  </p:sldLayoutIdLst>
  <p:hf hdr="0" ftr="0" dt="0"/>
  <p:txStyles>
    <p:titleStyle>
      <a:lvl1pPr algn="l" defTabSz="718149" rtl="0" eaLnBrk="1" latinLnBrk="0" hangingPunct="1">
        <a:spcBef>
          <a:spcPct val="0"/>
        </a:spcBef>
        <a:buNone/>
        <a:defRPr kumimoji="1" sz="34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69304" indent="-269304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2505" kern="1200">
          <a:solidFill>
            <a:schemeClr val="tx1"/>
          </a:solidFill>
          <a:latin typeface="+mj-ea"/>
          <a:ea typeface="+mj-ea"/>
          <a:cs typeface="+mn-cs"/>
        </a:defRPr>
      </a:lvl1pPr>
      <a:lvl2pPr marL="583496" indent="-224422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2176" kern="1200">
          <a:solidFill>
            <a:schemeClr val="tx1"/>
          </a:solidFill>
          <a:latin typeface="+mj-ea"/>
          <a:ea typeface="+mj-ea"/>
          <a:cs typeface="+mn-cs"/>
        </a:defRPr>
      </a:lvl2pPr>
      <a:lvl3pPr marL="897684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912" kern="1200">
          <a:solidFill>
            <a:schemeClr val="tx1"/>
          </a:solidFill>
          <a:latin typeface="+mj-ea"/>
          <a:ea typeface="+mj-ea"/>
          <a:cs typeface="+mn-cs"/>
        </a:defRPr>
      </a:lvl3pPr>
      <a:lvl4pPr marL="1256760" indent="-179537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4pPr>
      <a:lvl5pPr marL="1615835" indent="-179537" algn="l" defTabSz="718149" rtl="0" eaLnBrk="1" latinLnBrk="0" hangingPunct="1">
        <a:spcBef>
          <a:spcPct val="20000"/>
        </a:spcBef>
        <a:buFont typeface="Arial" pitchFamily="34" charset="0"/>
        <a:buChar char="»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5pPr>
      <a:lvl6pPr marL="197490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6pPr>
      <a:lvl7pPr marL="2333983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7pPr>
      <a:lvl8pPr marL="269305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8pPr>
      <a:lvl9pPr marL="3052131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5907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718149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077224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36297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373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5444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51352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7259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42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</p:sldLayoutIdLst>
  <p:hf hdr="0" ftr="0" dt="0"/>
  <p:txStyles>
    <p:titleStyle>
      <a:lvl1pPr algn="l" defTabSz="718149" rtl="0" eaLnBrk="1" latinLnBrk="0" hangingPunct="1">
        <a:spcBef>
          <a:spcPct val="0"/>
        </a:spcBef>
        <a:buNone/>
        <a:defRPr kumimoji="1" sz="34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69304" indent="-269304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2505" kern="1200">
          <a:solidFill>
            <a:schemeClr val="tx1"/>
          </a:solidFill>
          <a:latin typeface="+mj-ea"/>
          <a:ea typeface="+mj-ea"/>
          <a:cs typeface="+mn-cs"/>
        </a:defRPr>
      </a:lvl1pPr>
      <a:lvl2pPr marL="583496" indent="-224422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2176" kern="1200">
          <a:solidFill>
            <a:schemeClr val="tx1"/>
          </a:solidFill>
          <a:latin typeface="+mj-ea"/>
          <a:ea typeface="+mj-ea"/>
          <a:cs typeface="+mn-cs"/>
        </a:defRPr>
      </a:lvl2pPr>
      <a:lvl3pPr marL="897684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912" kern="1200">
          <a:solidFill>
            <a:schemeClr val="tx1"/>
          </a:solidFill>
          <a:latin typeface="+mj-ea"/>
          <a:ea typeface="+mj-ea"/>
          <a:cs typeface="+mn-cs"/>
        </a:defRPr>
      </a:lvl3pPr>
      <a:lvl4pPr marL="1256760" indent="-179537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4pPr>
      <a:lvl5pPr marL="1615835" indent="-179537" algn="l" defTabSz="718149" rtl="0" eaLnBrk="1" latinLnBrk="0" hangingPunct="1">
        <a:spcBef>
          <a:spcPct val="20000"/>
        </a:spcBef>
        <a:buFont typeface="Arial" pitchFamily="34" charset="0"/>
        <a:buChar char="»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5pPr>
      <a:lvl6pPr marL="197490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6pPr>
      <a:lvl7pPr marL="2333983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7pPr>
      <a:lvl8pPr marL="269305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8pPr>
      <a:lvl9pPr marL="3052131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5907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718149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077224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36297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373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5444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51352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7259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pic>
        <p:nvPicPr>
          <p:cNvPr id="7" name="图片 6" descr="徽标&#10;&#10;中度可信度描述已自动生成">
            <a:extLst>
              <a:ext uri="{FF2B5EF4-FFF2-40B4-BE49-F238E27FC236}">
                <a16:creationId xmlns:a16="http://schemas.microsoft.com/office/drawing/2014/main" id="{47B3D50E-B81F-5CED-2EBB-D35ACB760139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8824378" y="12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3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  <p:sldLayoutId id="2147483824" r:id="rId19"/>
    <p:sldLayoutId id="2147483825" r:id="rId20"/>
    <p:sldLayoutId id="2147483826" r:id="rId21"/>
    <p:sldLayoutId id="2147483829" r:id="rId22"/>
    <p:sldLayoutId id="2147483830" r:id="rId23"/>
    <p:sldLayoutId id="2147483849" r:id="rId24"/>
  </p:sldLayoutIdLst>
  <p:hf hdr="0" ftr="0" dt="0"/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1E0577-FE5A-445B-949C-D3E2EA0D8FD4}"/>
              </a:ext>
            </a:extLst>
          </p:cNvPr>
          <p:cNvSpPr/>
          <p:nvPr userDrawn="1"/>
        </p:nvSpPr>
        <p:spPr>
          <a:xfrm>
            <a:off x="1" y="6097189"/>
            <a:ext cx="11519827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49">
              <a:solidFill>
                <a:srgbClr val="FFFFFF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A627B10-9390-4399-8C3D-05562301744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7708" y="6096418"/>
            <a:ext cx="1222781" cy="408877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88FFD06-2E1B-44C7-93BB-5F3EC3FE300E}"/>
              </a:ext>
            </a:extLst>
          </p:cNvPr>
          <p:cNvCxnSpPr/>
          <p:nvPr userDrawn="1"/>
        </p:nvCxnSpPr>
        <p:spPr>
          <a:xfrm>
            <a:off x="1916236" y="6211416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99FA88DC-BA9D-4B58-BAC4-E5FCA8849147}"/>
              </a:ext>
            </a:extLst>
          </p:cNvPr>
          <p:cNvSpPr txBox="1">
            <a:spLocks/>
          </p:cNvSpPr>
          <p:nvPr userDrawn="1"/>
        </p:nvSpPr>
        <p:spPr>
          <a:xfrm>
            <a:off x="3041399" y="6233593"/>
            <a:ext cx="6440866" cy="15972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038">
                <a:latin typeface="+mn-ea"/>
                <a:ea typeface="+mn-ea"/>
                <a:cs typeface="Arial" panose="020B0604020202020204" pitchFamily="34" charset="0"/>
              </a:rPr>
              <a:t>System Solutions Business Division        Copyright 2021 Sony Semiconductor Solutions Corporation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EFC1E53-0B7A-46A5-B8F1-3606417B3D1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910" y="6189640"/>
            <a:ext cx="989733" cy="247630"/>
          </a:xfrm>
          <a:prstGeom prst="rect">
            <a:avLst/>
          </a:prstGeom>
        </p:spPr>
      </p:pic>
      <p:sp>
        <p:nvSpPr>
          <p:cNvPr id="7" name="スライド番号プレースホルダー 4">
            <a:extLst>
              <a:ext uri="{FF2B5EF4-FFF2-40B4-BE49-F238E27FC236}">
                <a16:creationId xmlns:a16="http://schemas.microsoft.com/office/drawing/2014/main" id="{A976112F-249F-4050-851B-6A207DC5B14C}"/>
              </a:ext>
            </a:extLst>
          </p:cNvPr>
          <p:cNvSpPr txBox="1">
            <a:spLocks/>
          </p:cNvSpPr>
          <p:nvPr userDrawn="1"/>
        </p:nvSpPr>
        <p:spPr>
          <a:xfrm>
            <a:off x="1206178" y="6220332"/>
            <a:ext cx="604464" cy="195159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72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038" smtClean="0">
                <a:latin typeface="+mn-ea"/>
                <a:ea typeface="+mn-ea"/>
                <a:cs typeface="Arial" panose="020B0604020202020204" pitchFamily="34" charset="0"/>
              </a:rPr>
              <a:pPr/>
              <a:t>‹#›</a:t>
            </a:fld>
            <a:r>
              <a:rPr lang="en-US" altLang="ja-JP" sz="1038">
                <a:latin typeface="+mn-ea"/>
                <a:ea typeface="+mn-ea"/>
                <a:cs typeface="Arial" panose="020B0604020202020204" pitchFamily="34" charset="0"/>
              </a:rPr>
              <a:t>/TTL</a:t>
            </a:r>
            <a:endParaRPr lang="ja-JP" altLang="en-US" sz="1038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日付プレースホルダー 2">
            <a:extLst>
              <a:ext uri="{FF2B5EF4-FFF2-40B4-BE49-F238E27FC236}">
                <a16:creationId xmlns:a16="http://schemas.microsoft.com/office/drawing/2014/main" id="{61649A2D-7754-49C8-AF26-195A8782C303}"/>
              </a:ext>
            </a:extLst>
          </p:cNvPr>
          <p:cNvSpPr txBox="1">
            <a:spLocks/>
          </p:cNvSpPr>
          <p:nvPr userDrawn="1"/>
        </p:nvSpPr>
        <p:spPr>
          <a:xfrm>
            <a:off x="2021832" y="6197193"/>
            <a:ext cx="951596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C1F535-4AF7-4450-A61F-7CBE8FA4EC4C}" type="datetime1">
              <a:rPr lang="ja-JP" altLang="en-US" sz="1038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2026/5/6</a:t>
            </a:fld>
            <a:endParaRPr lang="ja-JP" altLang="en-US" sz="1038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A5CFAD7-069D-4CDE-8ECA-29DB3F9CF98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7709" y="6097144"/>
            <a:ext cx="1222781" cy="40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7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32" r:id="rId4"/>
    <p:sldLayoutId id="2147483831" r:id="rId5"/>
    <p:sldLayoutId id="2147483844" r:id="rId6"/>
    <p:sldLayoutId id="2147483845" r:id="rId7"/>
    <p:sldLayoutId id="2147483846" r:id="rId8"/>
    <p:sldLayoutId id="2147483847" r:id="rId9"/>
    <p:sldLayoutId id="2147483848" r:id="rId10"/>
  </p:sldLayoutIdLst>
  <p:hf hdr="0" ftr="0" dt="0"/>
  <p:txStyles>
    <p:titleStyle>
      <a:lvl1pPr algn="l" defTabSz="1028274" rtl="0" eaLnBrk="1" latinLnBrk="0" hangingPunct="1">
        <a:spcBef>
          <a:spcPct val="0"/>
        </a:spcBef>
        <a:buNone/>
        <a:defRPr kumimoji="1" sz="39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85603" indent="-385603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2870" kern="1200">
          <a:solidFill>
            <a:schemeClr val="tx1"/>
          </a:solidFill>
          <a:latin typeface="+mj-ea"/>
          <a:ea typeface="+mj-ea"/>
          <a:cs typeface="+mn-cs"/>
        </a:defRPr>
      </a:lvl1pPr>
      <a:lvl2pPr marL="835472" indent="-321336" algn="l" defTabSz="1028274" rtl="0" eaLnBrk="1" latinLnBrk="0" hangingPunct="1">
        <a:spcBef>
          <a:spcPct val="20000"/>
        </a:spcBef>
        <a:buFont typeface="Arial" pitchFamily="34" charset="0"/>
        <a:buChar char="–"/>
        <a:defRPr kumimoji="1" sz="2492" kern="1200">
          <a:solidFill>
            <a:schemeClr val="tx1"/>
          </a:solidFill>
          <a:latin typeface="+mj-ea"/>
          <a:ea typeface="+mj-ea"/>
          <a:cs typeface="+mn-cs"/>
        </a:defRPr>
      </a:lvl2pPr>
      <a:lvl3pPr marL="1285342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2190" kern="1200">
          <a:solidFill>
            <a:schemeClr val="tx1"/>
          </a:solidFill>
          <a:latin typeface="+mj-ea"/>
          <a:ea typeface="+mj-ea"/>
          <a:cs typeface="+mn-cs"/>
        </a:defRPr>
      </a:lvl3pPr>
      <a:lvl4pPr marL="1799479" indent="-257069" algn="l" defTabSz="1028274" rtl="0" eaLnBrk="1" latinLnBrk="0" hangingPunct="1">
        <a:spcBef>
          <a:spcPct val="20000"/>
        </a:spcBef>
        <a:buFont typeface="Arial" pitchFamily="34" charset="0"/>
        <a:buChar char="–"/>
        <a:defRPr kumimoji="1" sz="1812" kern="1200">
          <a:solidFill>
            <a:schemeClr val="tx1"/>
          </a:solidFill>
          <a:latin typeface="+mj-ea"/>
          <a:ea typeface="+mj-ea"/>
          <a:cs typeface="+mn-cs"/>
        </a:defRPr>
      </a:lvl4pPr>
      <a:lvl5pPr marL="2313616" indent="-257069" algn="l" defTabSz="1028274" rtl="0" eaLnBrk="1" latinLnBrk="0" hangingPunct="1">
        <a:spcBef>
          <a:spcPct val="20000"/>
        </a:spcBef>
        <a:buFont typeface="Arial" pitchFamily="34" charset="0"/>
        <a:buChar char="»"/>
        <a:defRPr kumimoji="1" sz="1812" kern="1200">
          <a:solidFill>
            <a:schemeClr val="tx1"/>
          </a:solidFill>
          <a:latin typeface="+mj-ea"/>
          <a:ea typeface="+mj-ea"/>
          <a:cs typeface="+mn-cs"/>
        </a:defRPr>
      </a:lvl5pPr>
      <a:lvl6pPr marL="2827752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6pPr>
      <a:lvl7pPr marL="3341889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7pPr>
      <a:lvl8pPr marL="3856026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8pPr>
      <a:lvl9pPr marL="4370163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1pPr>
      <a:lvl2pPr marL="514136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2pPr>
      <a:lvl3pPr marL="1028274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3pPr>
      <a:lvl4pPr marL="1542410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4pPr>
      <a:lvl5pPr marL="2056547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5pPr>
      <a:lvl6pPr marL="2570685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6pPr>
      <a:lvl7pPr marL="3084821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7pPr>
      <a:lvl8pPr marL="3598958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8pPr>
      <a:lvl9pPr marL="4113095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59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8" r:id="rId4"/>
  </p:sldLayoutIdLst>
  <p:hf hdr="0" ftr="0" dt="0"/>
  <p:txStyles>
    <p:titleStyle>
      <a:lvl1pPr algn="l" defTabSz="1027452" rtl="0" eaLnBrk="1" latinLnBrk="0" hangingPunct="1">
        <a:spcBef>
          <a:spcPct val="0"/>
        </a:spcBef>
        <a:buNone/>
        <a:defRPr kumimoji="1" sz="2512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85295" indent="-385295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835" kern="1200">
          <a:solidFill>
            <a:schemeClr val="tx1"/>
          </a:solidFill>
          <a:latin typeface="+mj-ea"/>
          <a:ea typeface="+mj-ea"/>
          <a:cs typeface="+mn-cs"/>
        </a:defRPr>
      </a:lvl1pPr>
      <a:lvl2pPr marL="834804" indent="-321079" algn="l" defTabSz="1027452" rtl="0" eaLnBrk="1" latinLnBrk="0" hangingPunct="1">
        <a:spcBef>
          <a:spcPct val="20000"/>
        </a:spcBef>
        <a:buFont typeface="Arial" pitchFamily="34" charset="0"/>
        <a:buChar char="–"/>
        <a:defRPr kumimoji="1" sz="1594" kern="1200">
          <a:solidFill>
            <a:schemeClr val="tx1"/>
          </a:solidFill>
          <a:latin typeface="+mj-ea"/>
          <a:ea typeface="+mj-ea"/>
          <a:cs typeface="+mn-cs"/>
        </a:defRPr>
      </a:lvl2pPr>
      <a:lvl3pPr marL="1284313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400" kern="1200">
          <a:solidFill>
            <a:schemeClr val="tx1"/>
          </a:solidFill>
          <a:latin typeface="+mj-ea"/>
          <a:ea typeface="+mj-ea"/>
          <a:cs typeface="+mn-cs"/>
        </a:defRPr>
      </a:lvl3pPr>
      <a:lvl4pPr marL="1798039" indent="-256863" algn="l" defTabSz="1027452" rtl="0" eaLnBrk="1" latinLnBrk="0" hangingPunct="1">
        <a:spcBef>
          <a:spcPct val="20000"/>
        </a:spcBef>
        <a:buFont typeface="Arial" pitchFamily="34" charset="0"/>
        <a:buChar char="–"/>
        <a:defRPr kumimoji="1" sz="1158" kern="1200">
          <a:solidFill>
            <a:schemeClr val="tx1"/>
          </a:solidFill>
          <a:latin typeface="+mj-ea"/>
          <a:ea typeface="+mj-ea"/>
          <a:cs typeface="+mn-cs"/>
        </a:defRPr>
      </a:lvl4pPr>
      <a:lvl5pPr marL="2311765" indent="-256863" algn="l" defTabSz="1027452" rtl="0" eaLnBrk="1" latinLnBrk="0" hangingPunct="1">
        <a:spcBef>
          <a:spcPct val="20000"/>
        </a:spcBef>
        <a:buFont typeface="Arial" pitchFamily="34" charset="0"/>
        <a:buChar char="»"/>
        <a:defRPr kumimoji="1" sz="1158" kern="1200">
          <a:solidFill>
            <a:schemeClr val="tx1"/>
          </a:solidFill>
          <a:latin typeface="+mj-ea"/>
          <a:ea typeface="+mj-ea"/>
          <a:cs typeface="+mn-cs"/>
        </a:defRPr>
      </a:lvl5pPr>
      <a:lvl6pPr marL="2825490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6pPr>
      <a:lvl7pPr marL="3339215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7pPr>
      <a:lvl8pPr marL="3852940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8pPr>
      <a:lvl9pPr marL="4366665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1pPr>
      <a:lvl2pPr marL="513725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2pPr>
      <a:lvl3pPr marL="1027452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3pPr>
      <a:lvl4pPr marL="1541175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4pPr>
      <a:lvl5pPr marL="2054900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5pPr>
      <a:lvl6pPr marL="2568627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6pPr>
      <a:lvl7pPr marL="3082353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7pPr>
      <a:lvl8pPr marL="3596078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8pPr>
      <a:lvl9pPr marL="4109804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5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5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5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1F3E9-CE9D-4FFB-BF12-8A96D0317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56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</p:sldLayoutIdLst>
  <p:hf hdr="0" ftr="0" dt="0"/>
  <p:txStyles>
    <p:titleStyle>
      <a:lvl1pPr algn="l" defTabSz="863909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77" indent="-215977" algn="l" defTabSz="863909" rtl="0" eaLnBrk="1" latinLnBrk="0" hangingPunct="1">
        <a:lnSpc>
          <a:spcPct val="90000"/>
        </a:lnSpc>
        <a:spcBef>
          <a:spcPts val="945"/>
        </a:spcBef>
        <a:buFont typeface="Arial" panose="020B07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7931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79886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1840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3794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5749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7703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39657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1611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1954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3909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5863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7817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59771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1726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3680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5634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XmpDyuAa/al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etrasai.sharepoint.com/:x:/s/AI_Service/IQBtgfCvtnjbQIQ15zNK4z6gAVjNLQFoZKJlF0y25P7P_0U?e=NB3yE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SfpwUcg1/al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ones.ainewera.com/wiki/#/team/JNwe8qUX/space/TqfHK4mN/page/TUxHxQEn" TargetMode="External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0.png"/><Relationship Id="rId5" Type="http://schemas.openxmlformats.org/officeDocument/2006/relationships/hyperlink" Target="https://tetrasai.sharepoint.com/:p:/s/AI_Service/IQDbuDsx7sA9TYjUN50lxQqiAU7Wi8oNntMncq32h6yTMrs?e=2s4TgD" TargetMode="External"/><Relationship Id="rId10" Type="http://schemas.openxmlformats.org/officeDocument/2006/relationships/image" Target="../media/image34.PNG"/><Relationship Id="rId4" Type="http://schemas.openxmlformats.org/officeDocument/2006/relationships/hyperlink" Target="https://ones.ainewera.com/wiki/#/team/JNwe8qUX/space/TqfHK4mN/page/W2JzEcP6" TargetMode="External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wiki/#/team/JNwe8qUX/space/TqfHK4mN/page/JL8F35j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wiki/#/team/JNwe8qUX/space/TqfHK4mN/page/YWXAQsy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RGdqKyRJ/al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itrios.atlassian.net/projects/STDMX/versions/17772/tab/release-report-all-issu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4E0538-8903-D445-8D6C-BEF6435118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0357" tIns="30178" rIns="60357" bIns="30178" rtlCol="0" anchor="t">
            <a:normAutofit/>
          </a:bodyPr>
          <a:lstStyle/>
          <a:p>
            <a:r>
              <a:rPr lang="en-US" altLang="zh-CN">
                <a:latin typeface="Microsoft YaHei"/>
                <a:ea typeface="Microsoft YaHei"/>
              </a:rPr>
              <a:t>Neusphere</a:t>
            </a:r>
            <a:r>
              <a:rPr lang="zh-CN" altLang="en-US">
                <a:latin typeface="Microsoft YaHei"/>
                <a:ea typeface="Microsoft YaHei"/>
              </a:rPr>
              <a:t> </a:t>
            </a:r>
            <a:r>
              <a:rPr lang="en-US" altLang="zh-CN">
                <a:latin typeface="Microsoft YaHei"/>
                <a:ea typeface="Microsoft YaHei"/>
              </a:rPr>
              <a:t>internal</a:t>
            </a:r>
            <a:r>
              <a:rPr lang="zh-CN" altLang="en-US">
                <a:latin typeface="Microsoft YaHei"/>
                <a:ea typeface="Microsoft YaHei"/>
              </a:rPr>
              <a:t> </a:t>
            </a:r>
            <a:r>
              <a:rPr lang="en-US" altLang="zh-CN">
                <a:latin typeface="Microsoft YaHei"/>
                <a:ea typeface="Microsoft YaHei"/>
              </a:rPr>
              <a:t>meeting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7D0AD5-516D-BD49-BFA2-1404F744D8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60357" tIns="30178" rIns="60357" bIns="30178" rtlCol="0" anchor="ctr">
            <a:normAutofit/>
          </a:bodyPr>
          <a:lstStyle/>
          <a:p>
            <a:pPr algn="r"/>
            <a:r>
              <a:rPr kumimoji="1" lang="en-US" altLang="zh-CN" sz="1550" dirty="0">
                <a:latin typeface="Microsoft YaHei"/>
                <a:ea typeface="Microsoft YaHei"/>
              </a:rPr>
              <a:t>2026.05.07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C5A708-99B5-8D47-08B3-F6F8DBC2E1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3756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049A-4F8B-0F84-B151-235E323E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F58859C-4443-F5C0-8019-180FD54B8D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1369" y="126211"/>
            <a:ext cx="7203305" cy="469373"/>
          </a:xfrm>
        </p:spPr>
        <p:txBody>
          <a:bodyPr>
            <a:normAutofit/>
          </a:bodyPr>
          <a:lstStyle/>
          <a:p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Release plan overview</a:t>
            </a:r>
            <a:endParaRPr kumimoji="1" lang="zh-CN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16971BA-EF23-D319-0AF5-044FDD954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695550"/>
              </p:ext>
            </p:extLst>
          </p:nvPr>
        </p:nvGraphicFramePr>
        <p:xfrm>
          <a:off x="181368" y="672265"/>
          <a:ext cx="11217833" cy="3777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448">
                  <a:extLst>
                    <a:ext uri="{9D8B030D-6E8A-4147-A177-3AD203B41FA5}">
                      <a16:colId xmlns:a16="http://schemas.microsoft.com/office/drawing/2014/main" val="3868336646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451243155"/>
                    </a:ext>
                  </a:extLst>
                </a:gridCol>
                <a:gridCol w="1741636">
                  <a:extLst>
                    <a:ext uri="{9D8B030D-6E8A-4147-A177-3AD203B41FA5}">
                      <a16:colId xmlns:a16="http://schemas.microsoft.com/office/drawing/2014/main" val="2976169830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520238196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3918701721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2903856675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485119015"/>
                    </a:ext>
                  </a:extLst>
                </a:gridCol>
              </a:tblGrid>
              <a:tr h="467460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Project</a:t>
                      </a:r>
                      <a:r>
                        <a:rPr kumimoji="0" lang="zh-CN" alt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&amp;</a:t>
                      </a:r>
                      <a:r>
                        <a:rPr kumimoji="0" lang="zh-CN" alt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Version</a:t>
                      </a:r>
                      <a:endParaRPr kumimoji="0" lang="zh-CN" altLang="en-US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M03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M04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M05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M06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M07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827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V1.5.0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_</a:t>
                      </a:r>
                    </a:p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GPU</a:t>
                      </a:r>
                      <a:endParaRPr lang="en-US" altLang="zh-CN" sz="1400" b="0" i="0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789779"/>
                  </a:ext>
                </a:extLst>
              </a:tr>
              <a:tr h="8276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Vision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Claw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MVP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852759"/>
                  </a:ext>
                </a:extLst>
              </a:tr>
              <a:tr h="827620">
                <a:tc vMerge="1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V0.2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8123"/>
                  </a:ext>
                </a:extLst>
              </a:tr>
              <a:tr h="827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Neusphere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On-Premise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V2.5_</a:t>
                      </a:r>
                    </a:p>
                    <a:p>
                      <a:pPr algn="ctr"/>
                      <a:r>
                        <a:rPr lang="en-US" altLang="zh-CN" sz="1400" b="0" i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Hotfix_v1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446471"/>
                  </a:ext>
                </a:extLst>
              </a:tr>
            </a:tbl>
          </a:graphicData>
        </a:graphic>
      </p:graphicFrame>
      <p:sp>
        <p:nvSpPr>
          <p:cNvPr id="25" name="五角星 24">
            <a:extLst>
              <a:ext uri="{FF2B5EF4-FFF2-40B4-BE49-F238E27FC236}">
                <a16:creationId xmlns:a16="http://schemas.microsoft.com/office/drawing/2014/main" id="{024DF6F9-28BA-5989-CDC9-B769F61EE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33448" y="11466"/>
            <a:ext cx="336177" cy="295836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五角星 25">
            <a:extLst>
              <a:ext uri="{FF2B5EF4-FFF2-40B4-BE49-F238E27FC236}">
                <a16:creationId xmlns:a16="http://schemas.microsoft.com/office/drawing/2014/main" id="{94C8B101-1E25-AAFA-95E5-19915FEB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6106" y="356511"/>
            <a:ext cx="336177" cy="295836"/>
          </a:xfrm>
          <a:prstGeom prst="star5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5771B0-D120-BDFF-C9A5-E851945DDA1D}"/>
              </a:ext>
            </a:extLst>
          </p:cNvPr>
          <p:cNvSpPr txBox="1"/>
          <p:nvPr/>
        </p:nvSpPr>
        <p:spPr>
          <a:xfrm>
            <a:off x="6969625" y="322580"/>
            <a:ext cx="123161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SSS release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E626630-0CD4-1C0F-4DDD-3DBD5FFBD68A}"/>
              </a:ext>
            </a:extLst>
          </p:cNvPr>
          <p:cNvSpPr txBox="1"/>
          <p:nvPr/>
        </p:nvSpPr>
        <p:spPr>
          <a:xfrm>
            <a:off x="6972548" y="-16202"/>
            <a:ext cx="147283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Tetras release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DEF4FBD-8198-5048-046A-47AE975DDACF}"/>
              </a:ext>
            </a:extLst>
          </p:cNvPr>
          <p:cNvGrpSpPr/>
          <p:nvPr/>
        </p:nvGrpSpPr>
        <p:grpSpPr>
          <a:xfrm>
            <a:off x="4113171" y="150294"/>
            <a:ext cx="1962979" cy="369460"/>
            <a:chOff x="3530328" y="137282"/>
            <a:chExt cx="1962979" cy="369460"/>
          </a:xfrm>
        </p:grpSpPr>
        <p:sp>
          <p:nvSpPr>
            <p:cNvPr id="48" name="三角形 47">
              <a:extLst>
                <a:ext uri="{FF2B5EF4-FFF2-40B4-BE49-F238E27FC236}">
                  <a16:creationId xmlns:a16="http://schemas.microsoft.com/office/drawing/2014/main" id="{86E5B5A1-6DD1-4CF6-42A4-C41D8AAC087C}"/>
                </a:ext>
              </a:extLst>
            </p:cNvPr>
            <p:cNvSpPr/>
            <p:nvPr/>
          </p:nvSpPr>
          <p:spPr>
            <a:xfrm rot="10800000">
              <a:off x="3530328" y="183719"/>
              <a:ext cx="320040" cy="27665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566A158-7846-C4E8-FF8E-FABA075890EC}"/>
                </a:ext>
              </a:extLst>
            </p:cNvPr>
            <p:cNvSpPr txBox="1"/>
            <p:nvPr/>
          </p:nvSpPr>
          <p:spPr>
            <a:xfrm>
              <a:off x="3846318" y="137282"/>
              <a:ext cx="1646989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Internal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release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A48FF70-FF3D-7E59-D3D3-DE6101EC95D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</a:t>
            </a:fld>
            <a:endParaRPr kumimoji="1"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B089FAD-C0A7-E168-2849-C449F8477E47}"/>
              </a:ext>
            </a:extLst>
          </p:cNvPr>
          <p:cNvGrpSpPr/>
          <p:nvPr/>
        </p:nvGrpSpPr>
        <p:grpSpPr>
          <a:xfrm>
            <a:off x="4493623" y="3821381"/>
            <a:ext cx="2356511" cy="544052"/>
            <a:chOff x="5159970" y="4369584"/>
            <a:chExt cx="2356511" cy="54405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3876F6C-B7B6-130E-2975-3D725EC55A59}"/>
                </a:ext>
              </a:extLst>
            </p:cNvPr>
            <p:cNvGrpSpPr/>
            <p:nvPr/>
          </p:nvGrpSpPr>
          <p:grpSpPr>
            <a:xfrm>
              <a:off x="6893160" y="4369584"/>
              <a:ext cx="623321" cy="544052"/>
              <a:chOff x="4120845" y="3880800"/>
              <a:chExt cx="623321" cy="544052"/>
            </a:xfrm>
          </p:grpSpPr>
          <p:sp>
            <p:nvSpPr>
              <p:cNvPr id="10" name="三角形 9">
                <a:extLst>
                  <a:ext uri="{FF2B5EF4-FFF2-40B4-BE49-F238E27FC236}">
                    <a16:creationId xmlns:a16="http://schemas.microsoft.com/office/drawing/2014/main" id="{1240AAEF-E34A-7D37-E9EF-257DB989A798}"/>
                  </a:ext>
                </a:extLst>
              </p:cNvPr>
              <p:cNvSpPr/>
              <p:nvPr/>
            </p:nvSpPr>
            <p:spPr>
              <a:xfrm rot="10800000">
                <a:off x="4272485" y="3880800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B2F63E9-7CA8-659C-AD9A-CADC927E2763}"/>
                  </a:ext>
                </a:extLst>
              </p:cNvPr>
              <p:cNvSpPr txBox="1"/>
              <p:nvPr/>
            </p:nvSpPr>
            <p:spPr>
              <a:xfrm>
                <a:off x="4120845" y="4117075"/>
                <a:ext cx="6233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5/9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DCCD69C4-FEA8-93B8-398B-8C182843495A}"/>
                </a:ext>
              </a:extLst>
            </p:cNvPr>
            <p:cNvSpPr/>
            <p:nvPr/>
          </p:nvSpPr>
          <p:spPr>
            <a:xfrm>
              <a:off x="5159970" y="4470432"/>
              <a:ext cx="1904665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Bug</a:t>
              </a:r>
              <a:r>
                <a:rPr kumimoji="0" lang="zh-CN" altLang="en-US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 </a:t>
              </a:r>
              <a:r>
                <a: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fix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D7655D5-80B0-F750-5626-2579419B7F3D}"/>
              </a:ext>
            </a:extLst>
          </p:cNvPr>
          <p:cNvGrpSpPr/>
          <p:nvPr/>
        </p:nvGrpSpPr>
        <p:grpSpPr>
          <a:xfrm>
            <a:off x="4429161" y="1258977"/>
            <a:ext cx="2776854" cy="514705"/>
            <a:chOff x="5351028" y="4342999"/>
            <a:chExt cx="2776854" cy="51470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09986F47-900B-363A-8311-30CBE28BE474}"/>
                </a:ext>
              </a:extLst>
            </p:cNvPr>
            <p:cNvGrpSpPr/>
            <p:nvPr/>
          </p:nvGrpSpPr>
          <p:grpSpPr>
            <a:xfrm>
              <a:off x="7117022" y="4342999"/>
              <a:ext cx="1010860" cy="514705"/>
              <a:chOff x="4344707" y="3854215"/>
              <a:chExt cx="1010860" cy="514705"/>
            </a:xfrm>
          </p:grpSpPr>
          <p:sp>
            <p:nvSpPr>
              <p:cNvPr id="15" name="三角形 14">
                <a:extLst>
                  <a:ext uri="{FF2B5EF4-FFF2-40B4-BE49-F238E27FC236}">
                    <a16:creationId xmlns:a16="http://schemas.microsoft.com/office/drawing/2014/main" id="{0DE3C0DE-DCA8-BA59-B927-E0364B2E82E8}"/>
                  </a:ext>
                </a:extLst>
              </p:cNvPr>
              <p:cNvSpPr/>
              <p:nvPr/>
            </p:nvSpPr>
            <p:spPr>
              <a:xfrm rot="10800000">
                <a:off x="4631048" y="3854215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A1EC9CD-71DD-90A1-731F-EF413F5FEF06}"/>
                  </a:ext>
                </a:extLst>
              </p:cNvPr>
              <p:cNvSpPr txBox="1"/>
              <p:nvPr/>
            </p:nvSpPr>
            <p:spPr>
              <a:xfrm>
                <a:off x="4344707" y="4061143"/>
                <a:ext cx="10108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5/15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4" name="五边形 13">
              <a:extLst>
                <a:ext uri="{FF2B5EF4-FFF2-40B4-BE49-F238E27FC236}">
                  <a16:creationId xmlns:a16="http://schemas.microsoft.com/office/drawing/2014/main" id="{155FE2D5-EEEF-9078-D0ED-227495A44EF6}"/>
                </a:ext>
              </a:extLst>
            </p:cNvPr>
            <p:cNvSpPr/>
            <p:nvPr/>
          </p:nvSpPr>
          <p:spPr>
            <a:xfrm>
              <a:off x="5351028" y="4470432"/>
              <a:ext cx="2131238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2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V1.5.0_GPU</a:t>
              </a:r>
              <a:endParaRPr kumimoji="0" lang="en-US" altLang="zh-CN" sz="12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6E51E82-6253-1A62-87DB-F2C57C458C1A}"/>
              </a:ext>
            </a:extLst>
          </p:cNvPr>
          <p:cNvGrpSpPr/>
          <p:nvPr/>
        </p:nvGrpSpPr>
        <p:grpSpPr>
          <a:xfrm>
            <a:off x="4262051" y="2059957"/>
            <a:ext cx="1613942" cy="563474"/>
            <a:chOff x="5577603" y="4361200"/>
            <a:chExt cx="1613942" cy="563474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BDC006A-68C8-7EC0-F513-82EEC8D924DE}"/>
                </a:ext>
              </a:extLst>
            </p:cNvPr>
            <p:cNvGrpSpPr/>
            <p:nvPr/>
          </p:nvGrpSpPr>
          <p:grpSpPr>
            <a:xfrm>
              <a:off x="6584092" y="4361200"/>
              <a:ext cx="607453" cy="563474"/>
              <a:chOff x="3811777" y="3872416"/>
              <a:chExt cx="607453" cy="563474"/>
            </a:xfrm>
          </p:grpSpPr>
          <p:sp>
            <p:nvSpPr>
              <p:cNvPr id="21" name="三角形 20">
                <a:extLst>
                  <a:ext uri="{FF2B5EF4-FFF2-40B4-BE49-F238E27FC236}">
                    <a16:creationId xmlns:a16="http://schemas.microsoft.com/office/drawing/2014/main" id="{42EBD8FB-3BA0-526A-1CEC-DC2D062EFBFF}"/>
                  </a:ext>
                </a:extLst>
              </p:cNvPr>
              <p:cNvSpPr/>
              <p:nvPr/>
            </p:nvSpPr>
            <p:spPr>
              <a:xfrm rot="10800000">
                <a:off x="3881328" y="3872416"/>
                <a:ext cx="320040" cy="278430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B6E205A-25C1-E603-4747-4885896D6152}"/>
                  </a:ext>
                </a:extLst>
              </p:cNvPr>
              <p:cNvSpPr txBox="1"/>
              <p:nvPr/>
            </p:nvSpPr>
            <p:spPr>
              <a:xfrm>
                <a:off x="3811777" y="4128113"/>
                <a:ext cx="6074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4/23</a:t>
                </a:r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五边形 19">
              <a:extLst>
                <a:ext uri="{FF2B5EF4-FFF2-40B4-BE49-F238E27FC236}">
                  <a16:creationId xmlns:a16="http://schemas.microsoft.com/office/drawing/2014/main" id="{DEBA0745-FB6B-FD2D-BDCA-140107A18FC2}"/>
                </a:ext>
              </a:extLst>
            </p:cNvPr>
            <p:cNvSpPr/>
            <p:nvPr/>
          </p:nvSpPr>
          <p:spPr>
            <a:xfrm>
              <a:off x="5577603" y="4470432"/>
              <a:ext cx="1224350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kumimoji="0" lang="en-US" altLang="zh-CN" sz="12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MVP</a:t>
              </a:r>
            </a:p>
          </p:txBody>
        </p:sp>
      </p:grp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99F2FED-E178-6B0C-4665-CF8322B6F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195155" y="1144195"/>
            <a:ext cx="0" cy="3552933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DD61ED6E-F22F-2830-CF8B-7675613AE2D6}"/>
              </a:ext>
            </a:extLst>
          </p:cNvPr>
          <p:cNvGrpSpPr/>
          <p:nvPr/>
        </p:nvGrpSpPr>
        <p:grpSpPr>
          <a:xfrm>
            <a:off x="7540080" y="3697343"/>
            <a:ext cx="1286386" cy="523220"/>
            <a:chOff x="7692222" y="4402652"/>
            <a:chExt cx="1377558" cy="523220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1F22DC0-945A-A2AD-50C7-52C19C1F8BFD}"/>
                </a:ext>
              </a:extLst>
            </p:cNvPr>
            <p:cNvSpPr txBox="1"/>
            <p:nvPr/>
          </p:nvSpPr>
          <p:spPr>
            <a:xfrm>
              <a:off x="7697638" y="4402652"/>
              <a:ext cx="137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sz="1400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CN" sz="1400" dirty="0">
                  <a:solidFill>
                    <a:srgbClr val="FF0000"/>
                  </a:solidFill>
                </a:rPr>
                <a:t>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5/E</a:t>
              </a:r>
            </a:p>
          </p:txBody>
        </p:sp>
        <p:sp>
          <p:nvSpPr>
            <p:cNvPr id="24" name="五角星 23">
              <a:extLst>
                <a:ext uri="{FF2B5EF4-FFF2-40B4-BE49-F238E27FC236}">
                  <a16:creationId xmlns:a16="http://schemas.microsoft.com/office/drawing/2014/main" id="{AEE61CF7-C406-A535-5D76-8C213431571C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514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F7744-89BF-799A-CDB3-19F5602E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083D872C-2084-29B1-3C47-353D2E735B4C}"/>
              </a:ext>
            </a:extLst>
          </p:cNvPr>
          <p:cNvSpPr txBox="1">
            <a:spLocks/>
          </p:cNvSpPr>
          <p:nvPr/>
        </p:nvSpPr>
        <p:spPr>
          <a:xfrm>
            <a:off x="221126" y="225602"/>
            <a:ext cx="7203305" cy="469373"/>
          </a:xfrm>
          <a:prstGeom prst="rect">
            <a:avLst/>
          </a:prstGeom>
        </p:spPr>
        <p:txBody>
          <a:bodyPr/>
          <a:lstStyle>
            <a:lvl1pPr marL="216004" indent="-216004" algn="l" defTabSz="864017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1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22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21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29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4037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46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54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6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070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Summary</a:t>
            </a:r>
            <a:endParaRPr kumimoji="1"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FDEEC8-E390-D75C-1895-E7D984F55F96}"/>
              </a:ext>
            </a:extLst>
          </p:cNvPr>
          <p:cNvSpPr txBox="1"/>
          <p:nvPr/>
        </p:nvSpPr>
        <p:spPr>
          <a:xfrm>
            <a:off x="221123" y="3747919"/>
            <a:ext cx="7373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On-Premise: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V2.5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hotfix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v1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除了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Human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Detection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相关的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3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个问题无法验证外，其余已修复的问题都以完成测试验证；回归测试也在同步进行中。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Human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Detection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问题与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SSS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的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console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系统相关，正在请他们调查。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761218-D2DC-3AF5-21E6-C211926BAADB}"/>
              </a:ext>
            </a:extLst>
          </p:cNvPr>
          <p:cNvSpPr txBox="1"/>
          <p:nvPr/>
        </p:nvSpPr>
        <p:spPr>
          <a:xfrm>
            <a:off x="221124" y="2085925"/>
            <a:ext cx="7373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Stream: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支持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40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系列的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V1.5.0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于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5/8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提测。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228600" algn="l"/>
                <a:tab pos="457200" algn="l"/>
              </a:tabLst>
            </a:pP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支持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50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系列的版本开发进行中，计划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5/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完成开发并提测。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B2463B-B4B1-9887-CA91-EB183A7F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3</a:t>
            </a:fld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C80940-1E13-5A73-F526-5C6D15287611}"/>
              </a:ext>
            </a:extLst>
          </p:cNvPr>
          <p:cNvSpPr txBox="1"/>
          <p:nvPr/>
        </p:nvSpPr>
        <p:spPr>
          <a:xfrm>
            <a:off x="221124" y="694975"/>
            <a:ext cx="7373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Vision</a:t>
            </a:r>
            <a:r>
              <a:rPr kumimoji="1" lang="zh-CN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Claw: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342900" lvl="0" indent="-342900" defTabSz="864017">
              <a:buFont typeface="+mj-lt"/>
              <a:buAutoNum type="arabicPeriod"/>
              <a:defRPr/>
            </a:pP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V0.2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版本的产品需求</a:t>
            </a:r>
            <a:r>
              <a:rPr lang="en-US" altLang="zh-CN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list</a:t>
            </a:r>
            <a:r>
              <a:rPr lang="zh-CN" altLang="en-US" sz="18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及排期已完成小范围定稿。</a:t>
            </a:r>
            <a:endParaRPr lang="en-US" altLang="zh-CN" sz="18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B436D0-F9E5-2750-4000-9ED7F0C0D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1AB829-2BE8-4B38-6A39-9EC1ABDD4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39" y="249403"/>
            <a:ext cx="10703640" cy="509483"/>
          </a:xfrm>
        </p:spPr>
        <p:txBody>
          <a:bodyPr/>
          <a:lstStyle/>
          <a:p>
            <a:r>
              <a:rPr lang="zh-CN" altLang="en-US" sz="2550" b="1" dirty="0">
                <a:latin typeface="SST Japanese Pro  Bold"/>
                <a:ea typeface="SST Japanese Pro Regular"/>
                <a:cs typeface="Arial"/>
              </a:rPr>
              <a:t> 休假记录</a:t>
            </a:r>
            <a:endParaRPr lang="en-US" sz="2600" dirty="0">
              <a:latin typeface="SST Japanese Pro  Bold"/>
              <a:ea typeface="SST Japanese Pro Regular"/>
              <a:cs typeface="Arial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2C2823D0-2CB8-B65F-A20B-80020F5B9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985985"/>
              </p:ext>
            </p:extLst>
          </p:nvPr>
        </p:nvGraphicFramePr>
        <p:xfrm>
          <a:off x="384909" y="757750"/>
          <a:ext cx="10703637" cy="5286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091">
                  <a:extLst>
                    <a:ext uri="{9D8B030D-6E8A-4147-A177-3AD203B41FA5}">
                      <a16:colId xmlns:a16="http://schemas.microsoft.com/office/drawing/2014/main" val="427414488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419394956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331014451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1197787704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3151009143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1385900890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2213364621"/>
                    </a:ext>
                  </a:extLst>
                </a:gridCol>
              </a:tblGrid>
              <a:tr h="44487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Sun.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Mon.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Tue.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Wed.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Thu.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Fri.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Sat.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072056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19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22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23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25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9842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26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27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28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29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30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455087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</a:p>
                    <a:p>
                      <a:r>
                        <a:rPr kumimoji="1" lang="zh-CN" altLang="en-US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意遥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r>
                        <a:rPr kumimoji="1" lang="en-US" altLang="zh-CN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💼</a:t>
                      </a:r>
                      <a:r>
                        <a:rPr kumimoji="1" lang="zh-CN" altLang="en-US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班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59044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262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267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64CD-298D-980C-C54D-AED1FE3F1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2D9473B-5EFA-D314-2B74-1B766393D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072218"/>
              </p:ext>
            </p:extLst>
          </p:nvPr>
        </p:nvGraphicFramePr>
        <p:xfrm>
          <a:off x="108335" y="737281"/>
          <a:ext cx="11247639" cy="52664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4864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247930879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433956351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143074131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20292812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819539685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16284168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345147853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568054662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913889674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99177890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077744475"/>
                    </a:ext>
                  </a:extLst>
                </a:gridCol>
              </a:tblGrid>
              <a:tr h="15367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M04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M05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M06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2159406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V0.2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5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932990"/>
                  </a:ext>
                </a:extLst>
              </a:tr>
              <a:tr h="2370221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V0.3 (TBD)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5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848105"/>
                  </a:ext>
                </a:extLst>
              </a:tr>
            </a:tbl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7EF5B63-D23D-2F36-9F8D-950FD090D1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09" y="187499"/>
            <a:ext cx="4333197" cy="469373"/>
          </a:xfrm>
        </p:spPr>
        <p:txBody>
          <a:bodyPr>
            <a:noAutofit/>
          </a:bodyPr>
          <a:lstStyle/>
          <a:p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 (</a:t>
            </a:r>
            <a:r>
              <a:rPr kumimoji="1" lang="en-US" altLang="zh-CN" sz="2400" dirty="0">
                <a:solidFill>
                  <a:srgbClr val="FF0000"/>
                </a:solidFill>
              </a:rPr>
              <a:t>6/5</a:t>
            </a:r>
            <a:r>
              <a:rPr kumimoji="1" lang="en-US" altLang="zh-CN" sz="2400" dirty="0"/>
              <a:t>)</a:t>
            </a:r>
            <a:endParaRPr kumimoji="1" lang="zh-CN" altLang="en-US" sz="24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0AF1FA2-FF78-B3AF-F7F3-6E08994D1D0C}"/>
              </a:ext>
            </a:extLst>
          </p:cNvPr>
          <p:cNvGrpSpPr/>
          <p:nvPr/>
        </p:nvGrpSpPr>
        <p:grpSpPr>
          <a:xfrm>
            <a:off x="6661671" y="72441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F26A5261-D300-5743-F40D-B0307214B869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A5562DE7-793F-9988-6772-17D05D60CF4E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1CED2A95-0FB3-7C30-FB72-C8B28A9402D8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B39BA700-D1CD-28F5-682B-404C999B0D22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B7140001-22A0-C43F-77FB-A4E8D93DEE29}"/>
              </a:ext>
            </a:extLst>
          </p:cNvPr>
          <p:cNvSpPr txBox="1"/>
          <p:nvPr/>
        </p:nvSpPr>
        <p:spPr>
          <a:xfrm>
            <a:off x="4032508" y="74646"/>
            <a:ext cx="2520745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chemeClr val="tx1"/>
                </a:solidFill>
                <a:hlinkClick r:id="rId3"/>
              </a:rPr>
              <a:t>Ones case list_Vision Claw_V0.2</a:t>
            </a:r>
            <a:endParaRPr kumimoji="1"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DE3AD43-FB69-F3BD-D2E2-48E262B3B2C0}"/>
              </a:ext>
            </a:extLst>
          </p:cNvPr>
          <p:cNvGrpSpPr/>
          <p:nvPr/>
        </p:nvGrpSpPr>
        <p:grpSpPr>
          <a:xfrm>
            <a:off x="4653621" y="2492526"/>
            <a:ext cx="2579262" cy="389793"/>
            <a:chOff x="6656436" y="1547200"/>
            <a:chExt cx="2579262" cy="389793"/>
          </a:xfrm>
        </p:grpSpPr>
        <p:sp>
          <p:nvSpPr>
            <p:cNvPr id="30" name="五边形 29">
              <a:extLst>
                <a:ext uri="{FF2B5EF4-FFF2-40B4-BE49-F238E27FC236}">
                  <a16:creationId xmlns:a16="http://schemas.microsoft.com/office/drawing/2014/main" id="{48CDC364-3D04-D667-2E54-61DE51F155D9}"/>
                </a:ext>
              </a:extLst>
            </p:cNvPr>
            <p:cNvSpPr/>
            <p:nvPr/>
          </p:nvSpPr>
          <p:spPr>
            <a:xfrm>
              <a:off x="6656436" y="1547200"/>
              <a:ext cx="2106190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Front-end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4FD9EC0-8B9D-3CF6-C90C-2BED704831D3}"/>
                </a:ext>
              </a:extLst>
            </p:cNvPr>
            <p:cNvSpPr txBox="1"/>
            <p:nvPr/>
          </p:nvSpPr>
          <p:spPr>
            <a:xfrm>
              <a:off x="8707989" y="1629216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5/19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7F4AAD2-891D-F515-E65D-E4957F2AF6A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5</a:t>
            </a:fld>
            <a:endParaRPr kumimoji="1"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5B6EA4-560E-5712-7A16-7B30A245940B}"/>
              </a:ext>
            </a:extLst>
          </p:cNvPr>
          <p:cNvGrpSpPr/>
          <p:nvPr/>
        </p:nvGrpSpPr>
        <p:grpSpPr>
          <a:xfrm>
            <a:off x="4653620" y="2033619"/>
            <a:ext cx="2415108" cy="420222"/>
            <a:chOff x="2146717" y="2479668"/>
            <a:chExt cx="2415108" cy="420222"/>
          </a:xfrm>
        </p:grpSpPr>
        <p:sp>
          <p:nvSpPr>
            <p:cNvPr id="25" name="五边形 24">
              <a:extLst>
                <a:ext uri="{FF2B5EF4-FFF2-40B4-BE49-F238E27FC236}">
                  <a16:creationId xmlns:a16="http://schemas.microsoft.com/office/drawing/2014/main" id="{9CC83E6D-81FA-C468-4DF2-66430367E5DA}"/>
                </a:ext>
              </a:extLst>
            </p:cNvPr>
            <p:cNvSpPr/>
            <p:nvPr/>
          </p:nvSpPr>
          <p:spPr>
            <a:xfrm>
              <a:off x="2146717" y="2479668"/>
              <a:ext cx="1968454" cy="345010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23DC01E-7D51-B019-E8E4-0FEC755B7C2E}"/>
                </a:ext>
              </a:extLst>
            </p:cNvPr>
            <p:cNvSpPr txBox="1"/>
            <p:nvPr/>
          </p:nvSpPr>
          <p:spPr>
            <a:xfrm>
              <a:off x="4034116" y="2592113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23202F06-B476-A796-1FAC-A22BA1E99A47}"/>
              </a:ext>
            </a:extLst>
          </p:cNvPr>
          <p:cNvSpPr txBox="1"/>
          <p:nvPr/>
        </p:nvSpPr>
        <p:spPr>
          <a:xfrm>
            <a:off x="1252188" y="83898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148F97-F6CD-5DC6-9E2B-659F97492477}"/>
              </a:ext>
            </a:extLst>
          </p:cNvPr>
          <p:cNvSpPr txBox="1"/>
          <p:nvPr/>
        </p:nvSpPr>
        <p:spPr>
          <a:xfrm>
            <a:off x="3985571" y="79789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42B3A0D-FA7E-F570-73C9-CC8C4097ED45}"/>
              </a:ext>
            </a:extLst>
          </p:cNvPr>
          <p:cNvGrpSpPr/>
          <p:nvPr/>
        </p:nvGrpSpPr>
        <p:grpSpPr>
          <a:xfrm>
            <a:off x="2986116" y="1565786"/>
            <a:ext cx="1621632" cy="448424"/>
            <a:chOff x="3000413" y="1586038"/>
            <a:chExt cx="1621632" cy="448424"/>
          </a:xfrm>
        </p:grpSpPr>
        <p:sp>
          <p:nvSpPr>
            <p:cNvPr id="74" name="五边形 73">
              <a:extLst>
                <a:ext uri="{FF2B5EF4-FFF2-40B4-BE49-F238E27FC236}">
                  <a16:creationId xmlns:a16="http://schemas.microsoft.com/office/drawing/2014/main" id="{D12AC625-83D4-54B1-9D38-2AE310672293}"/>
                </a:ext>
              </a:extLst>
            </p:cNvPr>
            <p:cNvSpPr/>
            <p:nvPr/>
          </p:nvSpPr>
          <p:spPr>
            <a:xfrm>
              <a:off x="3000413" y="1586038"/>
              <a:ext cx="1131623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Product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D80D3F7-8E17-3662-8104-95609A8EFEA3}"/>
                </a:ext>
              </a:extLst>
            </p:cNvPr>
            <p:cNvSpPr txBox="1"/>
            <p:nvPr/>
          </p:nvSpPr>
          <p:spPr>
            <a:xfrm>
              <a:off x="3999868" y="1726685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4/30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63119CD-7B58-B564-B37B-8BFAF6687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50029" y="1118304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1E7AE0-D2DA-CC15-71FA-0C5DE1F6D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17741" y="1118304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32D8E40-8705-2DFF-DD7E-19D7D77E44DE}"/>
              </a:ext>
            </a:extLst>
          </p:cNvPr>
          <p:cNvGrpSpPr/>
          <p:nvPr/>
        </p:nvGrpSpPr>
        <p:grpSpPr>
          <a:xfrm>
            <a:off x="4653621" y="2942760"/>
            <a:ext cx="2724081" cy="426804"/>
            <a:chOff x="5062583" y="1547200"/>
            <a:chExt cx="2724081" cy="426804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543CFF57-A2AB-7BD4-211A-290C07EE01E5}"/>
                </a:ext>
              </a:extLst>
            </p:cNvPr>
            <p:cNvSpPr/>
            <p:nvPr/>
          </p:nvSpPr>
          <p:spPr>
            <a:xfrm>
              <a:off x="5062583" y="1547200"/>
              <a:ext cx="2273652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System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37AE42B-D566-32D7-C926-1D0656502369}"/>
                </a:ext>
              </a:extLst>
            </p:cNvPr>
            <p:cNvSpPr txBox="1"/>
            <p:nvPr/>
          </p:nvSpPr>
          <p:spPr>
            <a:xfrm>
              <a:off x="7213835" y="1666227"/>
              <a:ext cx="572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5/20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EC7F088-7545-0849-EB6F-65AB6B450966}"/>
              </a:ext>
            </a:extLst>
          </p:cNvPr>
          <p:cNvGrpSpPr/>
          <p:nvPr/>
        </p:nvGrpSpPr>
        <p:grpSpPr>
          <a:xfrm>
            <a:off x="7337541" y="2838818"/>
            <a:ext cx="619079" cy="552894"/>
            <a:chOff x="3868528" y="2537789"/>
            <a:chExt cx="619079" cy="552894"/>
          </a:xfrm>
        </p:grpSpPr>
        <p:sp>
          <p:nvSpPr>
            <p:cNvPr id="13" name="三角形 12">
              <a:extLst>
                <a:ext uri="{FF2B5EF4-FFF2-40B4-BE49-F238E27FC236}">
                  <a16:creationId xmlns:a16="http://schemas.microsoft.com/office/drawing/2014/main" id="{1B62F258-48FF-D26F-C749-B95DC95DE6F2}"/>
                </a:ext>
              </a:extLst>
            </p:cNvPr>
            <p:cNvSpPr/>
            <p:nvPr/>
          </p:nvSpPr>
          <p:spPr>
            <a:xfrm rot="10800000">
              <a:off x="4026002" y="2812253"/>
              <a:ext cx="320040" cy="27843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59AE2E0-1CAC-9EC1-F5CD-851B13B8E3B7}"/>
                </a:ext>
              </a:extLst>
            </p:cNvPr>
            <p:cNvSpPr txBox="1"/>
            <p:nvPr/>
          </p:nvSpPr>
          <p:spPr>
            <a:xfrm>
              <a:off x="3868528" y="2537789"/>
              <a:ext cx="619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6/5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7F23D31A-F0C0-2CB8-3293-FBD6DDC17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985270" y="1493735"/>
            <a:ext cx="0" cy="4726591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996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D49206-0F73-8E14-C280-E1C3AE7C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2C41D67-A5D7-DEBE-43CB-8E6D051B76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Vision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Claw_V0.2_Test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CD49ED-C029-7065-56FC-AEA7B3F87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797135"/>
              </p:ext>
            </p:extLst>
          </p:nvPr>
        </p:nvGraphicFramePr>
        <p:xfrm>
          <a:off x="346174" y="702643"/>
          <a:ext cx="11019958" cy="214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960778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2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05/)</a:t>
                      </a:r>
                      <a:endParaRPr lang="zh-CN" altLang="en-US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V0.2</a:t>
                      </a:r>
                      <a:endParaRPr lang="zh-CN" altLang="en-US" sz="12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196" lvl="1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endParaRPr lang="zh-CN" altLang="en-US" sz="1800" dirty="0"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0CD8A4-A783-4705-933D-F81906F864F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50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590501-B663-BFC5-81E7-35027CB0A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DC74055-7667-FC76-B40B-FDDD0C2230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Claw_MVP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5B0A432-FD5D-AA13-6BE6-D345B75B8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385358"/>
              </p:ext>
            </p:extLst>
          </p:nvPr>
        </p:nvGraphicFramePr>
        <p:xfrm>
          <a:off x="293045" y="672265"/>
          <a:ext cx="10915145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第一版的目标及要求：先不做模型训练；以调能力为主。但要评估“训模型”的实现是否能在短时间内完成。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需要能说明“交互流程的原型”，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前输出。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4/14】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可以复用之前项目的前端工程。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--&gt;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彩燕仍需产品提供“原型”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@Roc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组织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彩燕和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何醇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昊呈评估基于“交互流程原型”的工作内容和工作量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会后请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少华补充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ONES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工作项给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Roc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完成开发后约文韬进行产品演示；计划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“中断”功能不需要在本期实现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默认输出格式为：文本、压缩包、图片，由大模型决定。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开发时需关注的事项或支持：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01708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958C2-26C0-E448-F27F-0CF566E80A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7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0B31A3-AA9D-9F94-24CD-3793AB0F1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832" y="5019983"/>
            <a:ext cx="3970060" cy="11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43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4240D2-F863-B6C9-88DB-1A4ACE05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AEC5E60-6E34-1134-B731-93B070DE5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Claw_MVP</a:t>
            </a:r>
            <a:r>
              <a:rPr kumimoji="1" lang="en-US" altLang="zh-CN" sz="2400" dirty="0"/>
              <a:t>/V0.2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36694B3-51B4-B602-FD64-8B81557DF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65985"/>
              </p:ext>
            </p:extLst>
          </p:nvPr>
        </p:nvGraphicFramePr>
        <p:xfrm>
          <a:off x="293045" y="672265"/>
          <a:ext cx="10915145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571267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431892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设计新的用例后继续评测。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调研：当前的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Agent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如何管理的设备，包括边缘节点。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海潮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评估：后续添加哪些模型、和精度。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少华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方向优先级：前后处理、模型扩充、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vision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claw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自定义化和评测体系建设。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4/24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前给结论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需求列表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基于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的工作量评估。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参考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中的需求列表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下阶段的开发目标。开发节奏：小版本敏捷迭代。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本周完成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参考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中的需求列表“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范围”列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【4/29】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前端：需要原型文档；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昊呈节前可完成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测试：基于前端页面还是接口来进行测试？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）“前端页面”测试主导，“接口测试”工程主导；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）基于功能和流程纬度的测试；包含端到端测试，本期以人工打分为主，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）部署测试本期不需要进行。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）测试集构建，要有排期（关注任务完成率指标）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晓楠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产品材料准备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1D60B-4BCC-E76C-723E-C50F1CBA264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8598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CE91-05F3-19CF-35AB-47BC20B35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22DF562-FEB7-7369-CE3D-230EF1ABD0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A86AE9B-CCB0-81DD-97B6-728013CB2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030746"/>
              </p:ext>
            </p:extLst>
          </p:nvPr>
        </p:nvGraphicFramePr>
        <p:xfrm>
          <a:off x="293045" y="672265"/>
          <a:ext cx="10915145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571267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431892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下一版本（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）的产品需求定稿进行中；确认“开发排期”后续进行。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【4/29】12#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13#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已完成；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14#4/30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14:00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商定工程开发完成日期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【4/30】14#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完成排期确认。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工程：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～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，针对新增的内容，产品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给出。旧接口相关材料和新材料统一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给前端。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工程完成全部开发任务日期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5/20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输出结果，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原型文档后做最终确认。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测试：测试集要求文档产品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输出。要求：总共不少于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条；每个能力至少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条。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Risk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非并发队列、对测试时长有影响。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alt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46A2E-3E2C-5582-1041-AFE573AA1B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274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9B736-5D4E-B70D-F0DB-68303723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97A5CC4-D2E0-D31B-4528-87E11CFBB4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</a:t>
            </a:r>
            <a:r>
              <a:rPr kumimoji="1" lang="zh-CN" altLang="en-US" sz="2400" dirty="0"/>
              <a:t>开发需求</a:t>
            </a:r>
            <a:r>
              <a:rPr kumimoji="1" lang="en-US" altLang="zh-CN" sz="2400" dirty="0"/>
              <a:t>_</a:t>
            </a:r>
            <a:r>
              <a:rPr kumimoji="1" lang="zh-CN" altLang="en-US" sz="2400" dirty="0"/>
              <a:t>定稿版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2EA2BD-D8B1-561F-C5C2-605238941F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10</a:t>
            </a:fld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FF61081-0908-36D6-E0B2-CD6CA3868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66" y="672265"/>
            <a:ext cx="9808755" cy="542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17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2695-086F-EF63-8FC2-21621CFE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5BEDF0E-322B-3D98-7D5A-DC21D843F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552935"/>
              </p:ext>
            </p:extLst>
          </p:nvPr>
        </p:nvGraphicFramePr>
        <p:xfrm>
          <a:off x="108335" y="737281"/>
          <a:ext cx="11247643" cy="48354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7483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247930879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433956351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143074131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20292812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2819539685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316284168"/>
                    </a:ext>
                  </a:extLst>
                </a:gridCol>
              </a:tblGrid>
              <a:tr h="15367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M04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M05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3051687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V1.5.0_</a:t>
                      </a:r>
                    </a:p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GPU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932990"/>
                  </a:ext>
                </a:extLst>
              </a:tr>
              <a:tr h="1046921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848105"/>
                  </a:ext>
                </a:extLst>
              </a:tr>
            </a:tbl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6F28D5B-66AC-D66B-B6FD-EF3B464469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09" y="187499"/>
            <a:ext cx="4333197" cy="469373"/>
          </a:xfrm>
        </p:spPr>
        <p:txBody>
          <a:bodyPr>
            <a:noAutofit/>
          </a:bodyPr>
          <a:lstStyle/>
          <a:p>
            <a:r>
              <a:rPr kumimoji="1" lang="en-US" altLang="zh-CN" sz="2400" dirty="0"/>
              <a:t>STREAM V1.5.0_GPU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</a:t>
            </a:r>
            <a:r>
              <a:rPr kumimoji="1" lang="en-US" altLang="zh-CN" sz="2400" dirty="0">
                <a:solidFill>
                  <a:schemeClr val="tx1"/>
                </a:solidFill>
              </a:rPr>
              <a:t>5/15</a:t>
            </a:r>
            <a:r>
              <a:rPr kumimoji="1" lang="en-US" altLang="zh-CN" sz="2400" dirty="0"/>
              <a:t>)</a:t>
            </a:r>
            <a:endParaRPr kumimoji="1" lang="zh-CN" altLang="en-US" sz="24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55BC5CB-4B94-B98B-56FF-9958DD807D1C}"/>
              </a:ext>
            </a:extLst>
          </p:cNvPr>
          <p:cNvGrpSpPr/>
          <p:nvPr/>
        </p:nvGrpSpPr>
        <p:grpSpPr>
          <a:xfrm>
            <a:off x="6661671" y="72441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E6149574-B63D-2AD0-D0D9-0DB51AE8EE55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32A22A51-26DD-FBE4-D9C4-B83000A55981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ACDDB001-CBB9-0BAE-562E-CAF415B51F12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AFBBADC0-D237-B50A-14CE-DF3592E039B4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781FEA61-64F7-84DE-DB15-E3DD8DB0F5F4}"/>
              </a:ext>
            </a:extLst>
          </p:cNvPr>
          <p:cNvSpPr txBox="1"/>
          <p:nvPr/>
        </p:nvSpPr>
        <p:spPr>
          <a:xfrm>
            <a:off x="4585518" y="65209"/>
            <a:ext cx="1967716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chemeClr val="tx1"/>
                </a:solidFill>
                <a:hlinkClick r:id="rId3"/>
              </a:rPr>
              <a:t>Ones case list_V1.5.0_GPU</a:t>
            </a:r>
            <a:endParaRPr kumimoji="1"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ADD4471-E92F-BFC9-088B-250C7197FD67}"/>
              </a:ext>
            </a:extLst>
          </p:cNvPr>
          <p:cNvGrpSpPr/>
          <p:nvPr/>
        </p:nvGrpSpPr>
        <p:grpSpPr>
          <a:xfrm>
            <a:off x="8427545" y="3518609"/>
            <a:ext cx="619079" cy="552894"/>
            <a:chOff x="3868528" y="2537789"/>
            <a:chExt cx="619079" cy="552894"/>
          </a:xfrm>
        </p:grpSpPr>
        <p:sp>
          <p:nvSpPr>
            <p:cNvPr id="65" name="三角形 64">
              <a:extLst>
                <a:ext uri="{FF2B5EF4-FFF2-40B4-BE49-F238E27FC236}">
                  <a16:creationId xmlns:a16="http://schemas.microsoft.com/office/drawing/2014/main" id="{BACD1407-852A-FB8A-8AAD-0BE7FF167A7E}"/>
                </a:ext>
              </a:extLst>
            </p:cNvPr>
            <p:cNvSpPr/>
            <p:nvPr/>
          </p:nvSpPr>
          <p:spPr>
            <a:xfrm rot="10800000">
              <a:off x="4026002" y="2812253"/>
              <a:ext cx="320040" cy="27843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FB40E83B-42D6-A723-C988-6910B177FB69}"/>
                </a:ext>
              </a:extLst>
            </p:cNvPr>
            <p:cNvSpPr txBox="1"/>
            <p:nvPr/>
          </p:nvSpPr>
          <p:spPr>
            <a:xfrm>
              <a:off x="3868528" y="2537789"/>
              <a:ext cx="619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5/15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0F8C227-5A99-00C3-43C4-C082EC4E7E7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11</a:t>
            </a:fld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00AD98D-14F6-9D3F-4057-DF04A10BA693}"/>
              </a:ext>
            </a:extLst>
          </p:cNvPr>
          <p:cNvGrpSpPr/>
          <p:nvPr/>
        </p:nvGrpSpPr>
        <p:grpSpPr>
          <a:xfrm>
            <a:off x="3308949" y="2250453"/>
            <a:ext cx="3342752" cy="523220"/>
            <a:chOff x="1679391" y="2395641"/>
            <a:chExt cx="3342752" cy="523220"/>
          </a:xfrm>
        </p:grpSpPr>
        <p:sp>
          <p:nvSpPr>
            <p:cNvPr id="25" name="五边形 24">
              <a:extLst>
                <a:ext uri="{FF2B5EF4-FFF2-40B4-BE49-F238E27FC236}">
                  <a16:creationId xmlns:a16="http://schemas.microsoft.com/office/drawing/2014/main" id="{6BECD25E-A575-1529-5AE4-A4EF31D4C273}"/>
                </a:ext>
              </a:extLst>
            </p:cNvPr>
            <p:cNvSpPr/>
            <p:nvPr/>
          </p:nvSpPr>
          <p:spPr>
            <a:xfrm>
              <a:off x="1679391" y="2479668"/>
              <a:ext cx="1728009" cy="345010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F111C84-257C-6683-8A41-0E4E83A0A231}"/>
                </a:ext>
              </a:extLst>
            </p:cNvPr>
            <p:cNvSpPr txBox="1"/>
            <p:nvPr/>
          </p:nvSpPr>
          <p:spPr>
            <a:xfrm>
              <a:off x="3280961" y="2395641"/>
              <a:ext cx="17411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终版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</a:t>
              </a:r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支持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40/50</a:t>
              </a:r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系列</a:t>
              </a:r>
              <a:endPara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4/24</a:t>
              </a:r>
              <a:r>
                <a:rPr kumimoji="1" lang="en-US" altLang="zh-CN" sz="14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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4/22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41D8370-D0EB-1D32-BC57-0866F54BF977}"/>
              </a:ext>
            </a:extLst>
          </p:cNvPr>
          <p:cNvSpPr txBox="1"/>
          <p:nvPr/>
        </p:nvSpPr>
        <p:spPr>
          <a:xfrm>
            <a:off x="2108730" y="79789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9DCFD0-54E8-920B-20E8-7B6F2F53B65B}"/>
              </a:ext>
            </a:extLst>
          </p:cNvPr>
          <p:cNvSpPr txBox="1"/>
          <p:nvPr/>
        </p:nvSpPr>
        <p:spPr>
          <a:xfrm>
            <a:off x="5993621" y="79543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6E81E0D-7EBE-1B80-9488-80CA257C75E7}"/>
              </a:ext>
            </a:extLst>
          </p:cNvPr>
          <p:cNvGrpSpPr/>
          <p:nvPr/>
        </p:nvGrpSpPr>
        <p:grpSpPr>
          <a:xfrm>
            <a:off x="607145" y="1518945"/>
            <a:ext cx="3012890" cy="594678"/>
            <a:chOff x="408362" y="1547045"/>
            <a:chExt cx="3012890" cy="594678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1A9841A-EA5E-6A35-FFB1-3A4AF4FEBBFE}"/>
                </a:ext>
              </a:extLst>
            </p:cNvPr>
            <p:cNvGrpSpPr/>
            <p:nvPr/>
          </p:nvGrpSpPr>
          <p:grpSpPr>
            <a:xfrm>
              <a:off x="689113" y="1547045"/>
              <a:ext cx="2732139" cy="576882"/>
              <a:chOff x="798615" y="1586038"/>
              <a:chExt cx="2732139" cy="576882"/>
            </a:xfrm>
          </p:grpSpPr>
          <p:sp>
            <p:nvSpPr>
              <p:cNvPr id="74" name="五边形 73">
                <a:extLst>
                  <a:ext uri="{FF2B5EF4-FFF2-40B4-BE49-F238E27FC236}">
                    <a16:creationId xmlns:a16="http://schemas.microsoft.com/office/drawing/2014/main" id="{75584B38-D1F0-3240-BAC3-29A236C611B2}"/>
                  </a:ext>
                </a:extLst>
              </p:cNvPr>
              <p:cNvSpPr/>
              <p:nvPr/>
            </p:nvSpPr>
            <p:spPr>
              <a:xfrm>
                <a:off x="798615" y="1586038"/>
                <a:ext cx="2421051" cy="344952"/>
              </a:xfrm>
              <a:prstGeom prst="homePlate">
                <a:avLst>
                  <a:gd name="adj" fmla="val 25444"/>
                </a:avLst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latin typeface="Calibri" panose="020F0502020204030204"/>
                    <a:ea typeface="等线" panose="02010600030101010101" pitchFamily="2" charset="-122"/>
                  </a:rPr>
                  <a:t>Product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BF9B4C3-6122-793E-77FE-DEDBE2826AD9}"/>
                  </a:ext>
                </a:extLst>
              </p:cNvPr>
              <p:cNvSpPr txBox="1"/>
              <p:nvPr/>
            </p:nvSpPr>
            <p:spPr>
              <a:xfrm>
                <a:off x="2908577" y="1855143"/>
                <a:ext cx="6221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4/10</a:t>
                </a:r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0B3EAD0-5229-313B-F84E-E81A3A29903F}"/>
                </a:ext>
              </a:extLst>
            </p:cNvPr>
            <p:cNvSpPr txBox="1"/>
            <p:nvPr/>
          </p:nvSpPr>
          <p:spPr>
            <a:xfrm>
              <a:off x="408362" y="1833946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3/23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771650C-3406-0996-0C06-13247F841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81301" y="1139321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795529-B0FF-1AC5-0618-E79A201F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25791" y="1138619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88D262E-9FA2-D145-1077-04B754D80A3C}"/>
              </a:ext>
            </a:extLst>
          </p:cNvPr>
          <p:cNvGrpSpPr/>
          <p:nvPr/>
        </p:nvGrpSpPr>
        <p:grpSpPr>
          <a:xfrm>
            <a:off x="6743056" y="5019793"/>
            <a:ext cx="3484689" cy="440868"/>
            <a:chOff x="-1937894" y="1586038"/>
            <a:chExt cx="3484689" cy="440868"/>
          </a:xfrm>
        </p:grpSpPr>
        <p:sp>
          <p:nvSpPr>
            <p:cNvPr id="33" name="五边形 32">
              <a:extLst>
                <a:ext uri="{FF2B5EF4-FFF2-40B4-BE49-F238E27FC236}">
                  <a16:creationId xmlns:a16="http://schemas.microsoft.com/office/drawing/2014/main" id="{C3C08B09-0A9F-04D4-9D40-7320B806A91A}"/>
                </a:ext>
              </a:extLst>
            </p:cNvPr>
            <p:cNvSpPr/>
            <p:nvPr/>
          </p:nvSpPr>
          <p:spPr>
            <a:xfrm>
              <a:off x="-1937894" y="1586038"/>
              <a:ext cx="2946076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 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(P1&amp;P2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功能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)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CB271B5-4411-4A4F-2F87-C80F3C7410CB}"/>
                </a:ext>
              </a:extLst>
            </p:cNvPr>
            <p:cNvSpPr txBox="1"/>
            <p:nvPr/>
          </p:nvSpPr>
          <p:spPr>
            <a:xfrm>
              <a:off x="924618" y="1719129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BD5965C-54E8-9A42-E213-0597F4F2F8C2}"/>
              </a:ext>
            </a:extLst>
          </p:cNvPr>
          <p:cNvGrpSpPr/>
          <p:nvPr/>
        </p:nvGrpSpPr>
        <p:grpSpPr>
          <a:xfrm>
            <a:off x="6553234" y="4511628"/>
            <a:ext cx="1261884" cy="523220"/>
            <a:chOff x="5133567" y="3496646"/>
            <a:chExt cx="1261884" cy="523220"/>
          </a:xfrm>
        </p:grpSpPr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DEE899B5-CE0F-D904-60BC-AA281CA2E6EA}"/>
                </a:ext>
              </a:extLst>
            </p:cNvPr>
            <p:cNvSpPr/>
            <p:nvPr/>
          </p:nvSpPr>
          <p:spPr>
            <a:xfrm rot="10800000">
              <a:off x="5249336" y="3758256"/>
              <a:ext cx="205818" cy="16796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79EE76A-A3DF-ADC8-3682-5E9FC686F44F}"/>
                </a:ext>
              </a:extLst>
            </p:cNvPr>
            <p:cNvSpPr txBox="1"/>
            <p:nvPr/>
          </p:nvSpPr>
          <p:spPr>
            <a:xfrm>
              <a:off x="5133567" y="3496646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启动需求评审</a:t>
              </a:r>
              <a:endPara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0435EAC-3CC0-247B-C932-A665C6697612}"/>
              </a:ext>
            </a:extLst>
          </p:cNvPr>
          <p:cNvGrpSpPr/>
          <p:nvPr/>
        </p:nvGrpSpPr>
        <p:grpSpPr>
          <a:xfrm>
            <a:off x="6708619" y="3795056"/>
            <a:ext cx="2660209" cy="641796"/>
            <a:chOff x="6761918" y="3771105"/>
            <a:chExt cx="2660209" cy="641796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89A3D16C-65C6-5923-7F6E-6700D416DA33}"/>
                </a:ext>
              </a:extLst>
            </p:cNvPr>
            <p:cNvGrpSpPr/>
            <p:nvPr/>
          </p:nvGrpSpPr>
          <p:grpSpPr>
            <a:xfrm>
              <a:off x="6928120" y="3771105"/>
              <a:ext cx="2494007" cy="641796"/>
              <a:chOff x="11908132" y="4477387"/>
              <a:chExt cx="2494007" cy="641796"/>
            </a:xfrm>
          </p:grpSpPr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A5C5450-FBA9-6AD1-C2AE-CD78523FBDB1}"/>
                  </a:ext>
                </a:extLst>
              </p:cNvPr>
              <p:cNvSpPr txBox="1"/>
              <p:nvPr/>
            </p:nvSpPr>
            <p:spPr>
              <a:xfrm>
                <a:off x="13460856" y="4811406"/>
                <a:ext cx="9412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5/15</a:t>
                </a:r>
                <a:r>
                  <a:rPr kumimoji="1" lang="zh-CN" altLang="en-US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Risky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五边形 52">
                <a:extLst>
                  <a:ext uri="{FF2B5EF4-FFF2-40B4-BE49-F238E27FC236}">
                    <a16:creationId xmlns:a16="http://schemas.microsoft.com/office/drawing/2014/main" id="{F0DF0376-64C9-4013-02AD-3279C55777C0}"/>
                  </a:ext>
                </a:extLst>
              </p:cNvPr>
              <p:cNvSpPr/>
              <p:nvPr/>
            </p:nvSpPr>
            <p:spPr>
              <a:xfrm>
                <a:off x="11908132" y="4477387"/>
                <a:ext cx="1761178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Test</a:t>
                </a:r>
                <a:endPara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578297C-C898-A7D7-CF5D-BCB621902E0D}"/>
                </a:ext>
              </a:extLst>
            </p:cNvPr>
            <p:cNvSpPr txBox="1"/>
            <p:nvPr/>
          </p:nvSpPr>
          <p:spPr>
            <a:xfrm>
              <a:off x="6761918" y="4105123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E4EF7E3-654E-C8F9-19F6-628A369C2A63}"/>
              </a:ext>
            </a:extLst>
          </p:cNvPr>
          <p:cNvGrpSpPr/>
          <p:nvPr/>
        </p:nvGrpSpPr>
        <p:grpSpPr>
          <a:xfrm>
            <a:off x="3308947" y="2685072"/>
            <a:ext cx="3098220" cy="422783"/>
            <a:chOff x="5207757" y="1469427"/>
            <a:chExt cx="3098220" cy="422783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9945E0D8-B24E-0F3A-0A4A-2EC9F81FEE9F}"/>
                </a:ext>
              </a:extLst>
            </p:cNvPr>
            <p:cNvSpPr/>
            <p:nvPr/>
          </p:nvSpPr>
          <p:spPr>
            <a:xfrm>
              <a:off x="5207757" y="1547200"/>
              <a:ext cx="2648958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Front-end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5FC402-5DF8-C6A2-C1C5-62F417021235}"/>
                </a:ext>
              </a:extLst>
            </p:cNvPr>
            <p:cNvSpPr txBox="1"/>
            <p:nvPr/>
          </p:nvSpPr>
          <p:spPr>
            <a:xfrm>
              <a:off x="7778268" y="1469427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4/29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87A6CBA-7B8B-4592-FB27-FDEC5B219DCB}"/>
              </a:ext>
            </a:extLst>
          </p:cNvPr>
          <p:cNvGrpSpPr/>
          <p:nvPr/>
        </p:nvGrpSpPr>
        <p:grpSpPr>
          <a:xfrm>
            <a:off x="4910578" y="1426426"/>
            <a:ext cx="1326250" cy="523220"/>
            <a:chOff x="3859577" y="1576831"/>
            <a:chExt cx="1326250" cy="52322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04E7CBA-A5F3-B014-AAEE-A2360BFB51EB}"/>
                </a:ext>
              </a:extLst>
            </p:cNvPr>
            <p:cNvSpPr txBox="1"/>
            <p:nvPr/>
          </p:nvSpPr>
          <p:spPr>
            <a:xfrm>
              <a:off x="3859577" y="1576831"/>
              <a:ext cx="13262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海康设备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ready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TBD</a:t>
              </a:r>
              <a:endParaRPr kumimoji="1" lang="en-US" altLang="zh-CN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三角形 39">
              <a:extLst>
                <a:ext uri="{FF2B5EF4-FFF2-40B4-BE49-F238E27FC236}">
                  <a16:creationId xmlns:a16="http://schemas.microsoft.com/office/drawing/2014/main" id="{6B1EAF97-DCC2-4037-C23C-5CAF261680BB}"/>
                </a:ext>
              </a:extLst>
            </p:cNvPr>
            <p:cNvSpPr/>
            <p:nvPr/>
          </p:nvSpPr>
          <p:spPr>
            <a:xfrm rot="10800000">
              <a:off x="4127066" y="1877639"/>
              <a:ext cx="189290" cy="15782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6F3F2B2B-BAAE-F5AB-AD4F-CFD2C362A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121750" y="1488383"/>
            <a:ext cx="26920" cy="4301068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8A4CA77E-28F1-06B2-161B-DD5C027633E0}"/>
              </a:ext>
            </a:extLst>
          </p:cNvPr>
          <p:cNvSpPr txBox="1"/>
          <p:nvPr/>
        </p:nvSpPr>
        <p:spPr>
          <a:xfrm>
            <a:off x="7399847" y="322547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支持</a:t>
            </a:r>
            <a:r>
              <a: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50</a:t>
            </a:r>
            <a:r>
              <a: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系列</a:t>
            </a:r>
            <a:endParaRPr kumimoji="1" lang="en-US" altLang="zh-C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kumimoji="1" lang="en-US" altLang="zh-CN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TBD</a:t>
            </a:r>
            <a:endParaRPr kumimoji="1" lang="zh-CN" alt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A85BD7-8EF1-EB81-9883-749533F8C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92743" y="4567525"/>
            <a:ext cx="10009426" cy="9816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F5019DA-2D9A-F4B1-D1D2-6E74A6420A1A}"/>
              </a:ext>
            </a:extLst>
          </p:cNvPr>
          <p:cNvGrpSpPr/>
          <p:nvPr/>
        </p:nvGrpSpPr>
        <p:grpSpPr>
          <a:xfrm>
            <a:off x="3308946" y="2845956"/>
            <a:ext cx="4426872" cy="793230"/>
            <a:chOff x="3308946" y="2845956"/>
            <a:chExt cx="4426872" cy="793230"/>
          </a:xfrm>
        </p:grpSpPr>
        <p:sp>
          <p:nvSpPr>
            <p:cNvPr id="30" name="五边形 29">
              <a:extLst>
                <a:ext uri="{FF2B5EF4-FFF2-40B4-BE49-F238E27FC236}">
                  <a16:creationId xmlns:a16="http://schemas.microsoft.com/office/drawing/2014/main" id="{973F4E75-7D1B-87AE-2E74-DED42458A5CB}"/>
                </a:ext>
              </a:extLst>
            </p:cNvPr>
            <p:cNvSpPr/>
            <p:nvPr/>
          </p:nvSpPr>
          <p:spPr>
            <a:xfrm>
              <a:off x="3308946" y="3294176"/>
              <a:ext cx="4148757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System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E3C0154-43D9-1C87-5730-FDBA1C3F7F7F}"/>
                </a:ext>
              </a:extLst>
            </p:cNvPr>
            <p:cNvSpPr txBox="1"/>
            <p:nvPr/>
          </p:nvSpPr>
          <p:spPr>
            <a:xfrm>
              <a:off x="6826595" y="2845956"/>
              <a:ext cx="9092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支持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4060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16835021-8163-F114-52D7-CC3B6E829F7C}"/>
                </a:ext>
              </a:extLst>
            </p:cNvPr>
            <p:cNvSpPr/>
            <p:nvPr/>
          </p:nvSpPr>
          <p:spPr>
            <a:xfrm rot="10800000" flipH="1">
              <a:off x="6827894" y="3167404"/>
              <a:ext cx="103439" cy="11860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2757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C7B0E0-1998-4E0B-5C45-2A68A65C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4559418-B1D5-A1A7-9D57-753DC08629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STREAM V1.5.0_GPU (3/31)_Test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D6DCB3D-3237-B106-AABD-70A20ADFB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135092"/>
              </p:ext>
            </p:extLst>
          </p:nvPr>
        </p:nvGraphicFramePr>
        <p:xfrm>
          <a:off x="346174" y="702643"/>
          <a:ext cx="11019958" cy="214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960778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2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03/31)</a:t>
                      </a:r>
                      <a:endParaRPr lang="zh-CN" altLang="en-US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V1.5.0_GPU</a:t>
                      </a:r>
                      <a:endParaRPr lang="zh-CN" altLang="en-US" sz="12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196" lvl="1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endParaRPr lang="zh-CN" altLang="en-US" sz="1800" dirty="0"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E842A0-3986-24C3-3FEC-F81CF8F2B08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710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3E6E72-B5C6-7018-79BA-05C3C3A9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80E2DB1-A61E-C060-E294-9CCFB5D381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59C0428-4B0D-1964-4AAA-AB72F5F95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650688"/>
              </p:ext>
            </p:extLst>
          </p:nvPr>
        </p:nvGraphicFramePr>
        <p:xfrm>
          <a:off x="293045" y="672265"/>
          <a:ext cx="10915145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用于研究和工程开发适配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【risk】1.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无短租资源；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起租要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年（租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18200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15788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（只有展示机））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确认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是否一定要，同时看下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的出租行情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晶科数据集训练评估</a:t>
                      </a:r>
                      <a:b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</a:b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昊呈：文档整理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研究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郅韬：拆客户的数据集，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3/6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提供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京杰：根据研究提供的资料进行测试，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评估：根据测试结果进行。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完成报告内部整理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26/3/9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晶科的划伤测试结果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4"/>
                        </a:rPr>
                        <a:t>晶科缺陷检测模型分析报告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5"/>
                        </a:rPr>
                        <a:t>STREAM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5"/>
                        </a:rPr>
                        <a:t>晶科汇报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794BE3-3509-F44C-9EA1-124F2EC7B9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13</a:t>
            </a:fld>
            <a:endParaRPr kumimoji="1" lang="zh-CN" altLang="en-US"/>
          </a:p>
        </p:txBody>
      </p:sp>
      <p:pic>
        <p:nvPicPr>
          <p:cNvPr id="7" name="图片 6" descr="图形用户界面, 文本, 应用程序, 聊天或短信">
            <a:extLst>
              <a:ext uri="{FF2B5EF4-FFF2-40B4-BE49-F238E27FC236}">
                <a16:creationId xmlns:a16="http://schemas.microsoft.com/office/drawing/2014/main" id="{9465155D-42FE-18C9-45A0-23BD31A085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895" y="2243690"/>
            <a:ext cx="1414532" cy="1331202"/>
          </a:xfrm>
          <a:prstGeom prst="rect">
            <a:avLst/>
          </a:prstGeom>
        </p:spPr>
      </p:pic>
      <p:pic>
        <p:nvPicPr>
          <p:cNvPr id="11" name="图片 10" descr="图形用户界面, 文本, 应用程序, 聊天或短信">
            <a:extLst>
              <a:ext uri="{FF2B5EF4-FFF2-40B4-BE49-F238E27FC236}">
                <a16:creationId xmlns:a16="http://schemas.microsoft.com/office/drawing/2014/main" id="{157DEE82-0E32-D848-29A0-121B12285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2568" y="2243691"/>
            <a:ext cx="1603882" cy="13235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754B380-4887-0675-E694-D5562234D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6142" y="2243691"/>
            <a:ext cx="1626981" cy="1323578"/>
          </a:xfrm>
          <a:prstGeom prst="rect">
            <a:avLst/>
          </a:prstGeom>
        </p:spPr>
      </p:pic>
      <p:pic>
        <p:nvPicPr>
          <p:cNvPr id="14" name="图片 13" descr="日历">
            <a:extLst>
              <a:ext uri="{FF2B5EF4-FFF2-40B4-BE49-F238E27FC236}">
                <a16:creationId xmlns:a16="http://schemas.microsoft.com/office/drawing/2014/main" id="{287F911B-A88E-C4C6-3AA6-F831375307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1089" y="2243690"/>
            <a:ext cx="610087" cy="1323579"/>
          </a:xfrm>
          <a:prstGeom prst="rect">
            <a:avLst/>
          </a:prstGeom>
        </p:spPr>
      </p:pic>
      <p:pic>
        <p:nvPicPr>
          <p:cNvPr id="16" name="图片 15" descr="图形用户界面, 文本, 应用程序">
            <a:extLst>
              <a:ext uri="{FF2B5EF4-FFF2-40B4-BE49-F238E27FC236}">
                <a16:creationId xmlns:a16="http://schemas.microsoft.com/office/drawing/2014/main" id="{F948DE68-7525-5FA6-EAFD-87733AC7D8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1838" y="2243688"/>
            <a:ext cx="610088" cy="132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90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3C3AE-D8BE-F3DD-C8C7-195707BB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5067380-C11F-FD05-9534-3CEFE01B20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1A550C-969A-BB1F-60F6-1A93E041B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359387"/>
              </p:ext>
            </p:extLst>
          </p:nvPr>
        </p:nvGraphicFramePr>
        <p:xfrm>
          <a:off x="293045" y="672265"/>
          <a:ext cx="10915145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26/3/11</a:t>
                      </a:r>
                      <a:endParaRPr kumimoji="1" lang="en-US" altLang="zh-CN" sz="18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视频动作识别可基于链接中的发版文档开发；研究这边开发已完成。模块遇到问题可以联系文档流程上对应的负责人。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tgds-offline v1.4 anction anyalisis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26/3/12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设计“区分正负样本”的方法；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周会提交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【03/19】1.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从</a:t>
                      </a:r>
                      <a:r>
                        <a:rPr kumimoji="1" lang="zh-CN" altLang="en-US" sz="1800" b="1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标准产品的角度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继续看下该如何处理？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1.1.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与产品一起讨论：二阶段是否对缺陷检测是合适的方案？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V1.4.0GPU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开发需求变更，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志勋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@All</a:t>
                      </a:r>
                      <a:b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</a:b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号，实现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功能的用户账户、去除小模型和行为分析模版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）之后在测试过程中同步进行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bug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修复，以及实现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功能的自动标注等全部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需求（预计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号发一个中间版本）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Evaluation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不在本期实现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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转入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实现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5060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笔记本安装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Stream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支持、含适配。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立根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Ongoing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昊呈：由于视频格式和编码方式适配的原因，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视频格式仅支持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mp4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除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hevc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编码外）和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mov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不需要再支持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avi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发布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V1.3.4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版本，用于解决“部分推理结果不会被可视化出来的情况”；并发布给济南二机床继续体验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48369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FF2BE0-C52F-9124-0922-08F4EF8E285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14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455327-329D-E945-EDAD-5F1F1335C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345" y="4735142"/>
            <a:ext cx="1142642" cy="79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53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8A25CB-4787-4BBB-8C1E-63104914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5E2A33E-1D3A-4F54-76B2-F357AD44DF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A9FC3B2-FA30-6409-3DEF-D5C94E91C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788982"/>
              </p:ext>
            </p:extLst>
          </p:nvPr>
        </p:nvGraphicFramePr>
        <p:xfrm>
          <a:off x="293045" y="672265"/>
          <a:ext cx="10915145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摸底误报和漏报，添加误报漏报指标。请产品评估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【4/7】V1.5.0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先不需要安排实现。后续版本再评估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手册中更新设备配置与性能的影响风险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错例中的问题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需有解决方案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需考虑采用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4K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图测试；需继续评估，在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版本需求中体现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阿俣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部分检测精度未达到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的问题需有解决方案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测试验证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：将主体周边长相相似的都标为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negative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这样就能在一定程度上规避。例如：重新标注了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NFC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的训练集，将非主体内容标为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negative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后，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F1-score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由原来的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0.636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升到了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13#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&amp;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如在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前有解决方案，可出迭代版本；用于给客户体验。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当前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已经有吃功能。和客户宣贯如何使用即可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符合发版要求，正式发布的版本号为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749802-16B9-7667-3353-72BC9288FB4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5695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84F0CA-6A79-E861-F2B4-3D35087E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0C3FD7-22E3-19DC-B391-BBE26A5062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_Stream_V1.5.0_GPU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9185AB7-0A45-5165-234B-3BBF81EBB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876413"/>
              </p:ext>
            </p:extLst>
          </p:nvPr>
        </p:nvGraphicFramePr>
        <p:xfrm>
          <a:off x="293045" y="672265"/>
          <a:ext cx="10915145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。确认需求日期和租借时长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市场暂无可租借资源，需评估是否需要采购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【4/9】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找到京东租赁中的资源，正在走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流程。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笔记本已收到，配置一致。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版本需支持海康设备。支持的型号、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及用于开发适配的设备来源待确认。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【4/20】【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商务在跟客户要要检测残次的样品，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客户样品也还没给，所以海康那边也还没提供摄像头。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工程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海康设备：当前模拟视频流的方式工程来开发。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Deadline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：需预留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～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工作日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基于“模拟视频流的方式”的调试已成功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立根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Todo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研究的初版提交时间推迟到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；工程的正式提测的第一版（支持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4060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）日期更新为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何醇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1.5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开始，检测任务的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AP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指标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不再展示在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summary result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的指标里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劳动节前后请假同学信息统计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34B60B-BC48-D0CA-5337-27ECE339703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16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E4A4AF-5BC1-5DB3-00A5-7093F8073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898" y="2252043"/>
            <a:ext cx="2644206" cy="8521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82FB65C-A9C2-6F2F-9BA9-877F6581B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583" y="4601637"/>
            <a:ext cx="901910" cy="60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8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F4BF-6DCD-6947-66DE-9436EDD3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D4E7A0-A308-9050-5076-B8B430E3D2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_Stream_V1.5.0_GPU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29A0790-BC8A-36F6-7993-30FCE8ABE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306273"/>
              </p:ext>
            </p:extLst>
          </p:nvPr>
        </p:nvGraphicFramePr>
        <p:xfrm>
          <a:off x="293045" y="672265"/>
          <a:ext cx="10915145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商定下个版本的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stream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产品需求“讨论”节点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934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研究终版提前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日交付。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备注：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系列的环境升级不涉及代码的更新；直接共用一套代码就行。仅涉及环境的升级。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下个版本的产品需求信息收集。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Todo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261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“行为感知”更改完成日期至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，“分类”争取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完成，“检测”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泽文；立根的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个任务项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【4/30】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取消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版本提测，合并至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统一提测。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Ongoing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67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前端需要工程输入“接口”和“接口文档”，“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case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list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”；环境数据要搞好。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中午前需完成。否则影响前端提测前完成开发。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立根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何醇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239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06477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5DFE30-5EF4-7ABD-8B6A-4FF3A45217B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5622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3811E8-680C-18A4-7D1E-27032FDD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A0047CA-E093-0206-2DA9-62CF349A93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客户体验记录总表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4D86B9-0288-3C76-1B62-6FF86DCBD9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18</a:t>
            </a:fld>
            <a:endParaRPr kumimoji="1"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5FC710F-23C9-BE52-7891-C8EEA468B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671020"/>
              </p:ext>
            </p:extLst>
          </p:nvPr>
        </p:nvGraphicFramePr>
        <p:xfrm>
          <a:off x="253188" y="677018"/>
          <a:ext cx="1101517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212923977"/>
                    </a:ext>
                  </a:extLst>
                </a:gridCol>
                <a:gridCol w="1172964">
                  <a:extLst>
                    <a:ext uri="{9D8B030D-6E8A-4147-A177-3AD203B41FA5}">
                      <a16:colId xmlns:a16="http://schemas.microsoft.com/office/drawing/2014/main" val="70066504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101941634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2720344617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39549061"/>
                    </a:ext>
                  </a:extLst>
                </a:gridCol>
                <a:gridCol w="5089237">
                  <a:extLst>
                    <a:ext uri="{9D8B030D-6E8A-4147-A177-3AD203B41FA5}">
                      <a16:colId xmlns:a16="http://schemas.microsoft.com/office/drawing/2014/main" val="4234047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客户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版本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版本发布日期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授权截止日期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客户声音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091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晶科能源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2026/3/31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751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中航工业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2026/3/31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237818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济南二机床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2026/Mar/10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2026/4/10 23:59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客户场景验证</a:t>
                      </a: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ok</a:t>
                      </a: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。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检测可行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38520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V1.3.4_GPU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2026/Mar/31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39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altLang="zh-C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Glazero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V1.4.2_GPU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2026/Apr/17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2026/5/20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436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山推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V1.4.2_GPU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2026/Apr/21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2026/5/31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9652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04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295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145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409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A809B-15F1-62AF-597A-D7DFE4FF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0344195-4941-ECFD-918B-07A6449669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11" y="187499"/>
            <a:ext cx="5885930" cy="469373"/>
          </a:xfrm>
        </p:spPr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97BEAB1-3D79-75BC-B7E4-5C188B8BB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354049"/>
              </p:ext>
            </p:extLst>
          </p:nvPr>
        </p:nvGraphicFramePr>
        <p:xfrm>
          <a:off x="256883" y="803304"/>
          <a:ext cx="11002243" cy="39587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15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485119015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165527261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3685664176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2422065930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90998792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</a:tblGrid>
              <a:tr h="3392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M04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M05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3443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W1</a:t>
                      </a: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3252077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V2.5_Hotfix_v1 </a:t>
                      </a:r>
                      <a:endParaRPr lang="en-US" altLang="zh-CN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614496"/>
                  </a:ext>
                </a:extLst>
              </a:tr>
            </a:tbl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B16EA983-AF1B-F144-5C52-666806D316BF}"/>
              </a:ext>
            </a:extLst>
          </p:cNvPr>
          <p:cNvGrpSpPr/>
          <p:nvPr/>
        </p:nvGrpSpPr>
        <p:grpSpPr>
          <a:xfrm>
            <a:off x="5950707" y="67240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BE5BCE82-16BD-DEE6-BC55-3639B8AF327F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A74CB8F8-9634-5270-8513-90029D8DEBAD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Planning</a:t>
              </a: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8109F0F0-D412-DFAC-C942-5608AEDC343F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065D819F-9F7F-F683-9F42-5DD4E2F56790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686D0984-3308-ABA6-5328-02623D749668}"/>
              </a:ext>
            </a:extLst>
          </p:cNvPr>
          <p:cNvGrpSpPr/>
          <p:nvPr/>
        </p:nvGrpSpPr>
        <p:grpSpPr>
          <a:xfrm>
            <a:off x="7587407" y="3593359"/>
            <a:ext cx="1878270" cy="589423"/>
            <a:chOff x="7196377" y="4246832"/>
            <a:chExt cx="2011393" cy="589423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E467B2C-A9FE-C94C-2D13-3F05DEA336AA}"/>
                </a:ext>
              </a:extLst>
            </p:cNvPr>
            <p:cNvSpPr txBox="1"/>
            <p:nvPr/>
          </p:nvSpPr>
          <p:spPr>
            <a:xfrm>
              <a:off x="7196377" y="4246832"/>
              <a:ext cx="20113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V2.5_Hotfix_v1 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5/9</a:t>
              </a:r>
            </a:p>
          </p:txBody>
        </p:sp>
        <p:sp>
          <p:nvSpPr>
            <p:cNvPr id="36" name="五角星 35">
              <a:extLst>
                <a:ext uri="{FF2B5EF4-FFF2-40B4-BE49-F238E27FC236}">
                  <a16:creationId xmlns:a16="http://schemas.microsoft.com/office/drawing/2014/main" id="{2194A136-C3DA-9B80-A4CF-7BEF2E796982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2D9E90C3-76CF-3264-7C30-BDBA0B17AE6A}"/>
              </a:ext>
            </a:extLst>
          </p:cNvPr>
          <p:cNvSpPr txBox="1"/>
          <p:nvPr/>
        </p:nvSpPr>
        <p:spPr>
          <a:xfrm>
            <a:off x="8386044" y="67240"/>
            <a:ext cx="160813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链接：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V2.5_Hotfix_v1</a:t>
            </a:r>
            <a:endParaRPr kumimoji="1" lang="en-US" altLang="zh-C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5378EA80-66E9-1196-61CA-008D09E2F4A4}"/>
              </a:ext>
            </a:extLst>
          </p:cNvPr>
          <p:cNvSpPr/>
          <p:nvPr/>
        </p:nvSpPr>
        <p:spPr>
          <a:xfrm>
            <a:off x="3771177" y="1973981"/>
            <a:ext cx="2306351" cy="345010"/>
          </a:xfrm>
          <a:prstGeom prst="homePlate">
            <a:avLst>
              <a:gd name="adj" fmla="val 25444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lvl="0" algn="ctr" defTabSz="914400">
              <a:defRPr/>
            </a:pPr>
            <a:r>
              <a:rPr lang="en-US" altLang="zh-CN" sz="1400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</a:rPr>
              <a:t>Image</a:t>
            </a:r>
          </a:p>
          <a:p>
            <a:pPr lvl="0" algn="ctr" defTabSz="914400">
              <a:defRPr/>
            </a:pPr>
            <a:r>
              <a:rPr lang="en-US" altLang="zh-CN" sz="1400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</a:rPr>
              <a:t>(support)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j-cs"/>
            </a:endParaRP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50577ED2-CFEE-46CA-A588-174CEE04697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19</a:t>
            </a:fld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AD2626D-F609-C7C4-3128-D4E686DB0B0F}"/>
              </a:ext>
            </a:extLst>
          </p:cNvPr>
          <p:cNvGrpSpPr/>
          <p:nvPr/>
        </p:nvGrpSpPr>
        <p:grpSpPr>
          <a:xfrm>
            <a:off x="3499674" y="3920930"/>
            <a:ext cx="4685976" cy="637964"/>
            <a:chOff x="-530909" y="3261609"/>
            <a:chExt cx="4685976" cy="637964"/>
          </a:xfrm>
        </p:grpSpPr>
        <p:sp>
          <p:nvSpPr>
            <p:cNvPr id="31" name="五边形 30">
              <a:extLst>
                <a:ext uri="{FF2B5EF4-FFF2-40B4-BE49-F238E27FC236}">
                  <a16:creationId xmlns:a16="http://schemas.microsoft.com/office/drawing/2014/main" id="{4BA3CE61-FE0C-6306-0096-4999A797AA1B}"/>
                </a:ext>
              </a:extLst>
            </p:cNvPr>
            <p:cNvSpPr/>
            <p:nvPr/>
          </p:nvSpPr>
          <p:spPr>
            <a:xfrm>
              <a:off x="-259406" y="3261609"/>
              <a:ext cx="4282936" cy="345010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B9DE3A5-EB8A-502E-AE13-A4634F2910E8}"/>
                </a:ext>
              </a:extLst>
            </p:cNvPr>
            <p:cNvSpPr txBox="1"/>
            <p:nvPr/>
          </p:nvSpPr>
          <p:spPr>
            <a:xfrm>
              <a:off x="3718729" y="3551643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5/9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DEC15CD-1B58-2B13-ECE8-AB115AF73049}"/>
                </a:ext>
              </a:extLst>
            </p:cNvPr>
            <p:cNvSpPr txBox="1"/>
            <p:nvPr/>
          </p:nvSpPr>
          <p:spPr>
            <a:xfrm>
              <a:off x="-530909" y="3591796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4/10</a:t>
              </a:r>
              <a:endParaRPr kumimoji="1" lang="zh-CN" altLang="en-US" sz="1400" dirty="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2ED59875-6942-01A2-1DEE-109DAB1ADDED}"/>
              </a:ext>
            </a:extLst>
          </p:cNvPr>
          <p:cNvSpPr txBox="1"/>
          <p:nvPr/>
        </p:nvSpPr>
        <p:spPr>
          <a:xfrm>
            <a:off x="2458023" y="88859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E7A784-00CF-17EA-4E3F-CE90D2FF369F}"/>
              </a:ext>
            </a:extLst>
          </p:cNvPr>
          <p:cNvSpPr txBox="1"/>
          <p:nvPr/>
        </p:nvSpPr>
        <p:spPr>
          <a:xfrm>
            <a:off x="6749228" y="8801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E1E01A9D-8FE0-B127-7C84-15D228E61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32926" y="1494293"/>
            <a:ext cx="0" cy="3596542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626172A-AD55-6C50-D3CF-F1FBB1B95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04568" y="1165597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FBFEC2-013B-B6C5-2983-ABEEEE64C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804454" y="1165597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49A4482-F0F2-AEF4-0E22-E7B5A73BCFF9}"/>
              </a:ext>
            </a:extLst>
          </p:cNvPr>
          <p:cNvGrpSpPr/>
          <p:nvPr/>
        </p:nvGrpSpPr>
        <p:grpSpPr>
          <a:xfrm>
            <a:off x="3771178" y="2583814"/>
            <a:ext cx="3033289" cy="939823"/>
            <a:chOff x="3771178" y="2850146"/>
            <a:chExt cx="3033289" cy="939823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D0D643A-0352-06C5-3215-5D84825D99BC}"/>
                </a:ext>
              </a:extLst>
            </p:cNvPr>
            <p:cNvGrpSpPr/>
            <p:nvPr/>
          </p:nvGrpSpPr>
          <p:grpSpPr>
            <a:xfrm>
              <a:off x="3771178" y="3266749"/>
              <a:ext cx="3033289" cy="523220"/>
              <a:chOff x="659374" y="1900201"/>
              <a:chExt cx="3033289" cy="523220"/>
            </a:xfrm>
          </p:grpSpPr>
          <p:sp>
            <p:nvSpPr>
              <p:cNvPr id="28" name="五边形 27">
                <a:extLst>
                  <a:ext uri="{FF2B5EF4-FFF2-40B4-BE49-F238E27FC236}">
                    <a16:creationId xmlns:a16="http://schemas.microsoft.com/office/drawing/2014/main" id="{595A8E66-A823-DFA3-94BD-A3AF96BEB9A4}"/>
                  </a:ext>
                </a:extLst>
              </p:cNvPr>
              <p:cNvSpPr/>
              <p:nvPr/>
            </p:nvSpPr>
            <p:spPr>
              <a:xfrm>
                <a:off x="659374" y="1974740"/>
                <a:ext cx="2088420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Front-end/</a:t>
                </a: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/>
                    <a:ea typeface="等线" panose="02010600030101010101" pitchFamily="2" charset="-122"/>
                  </a:rPr>
                  <a:t>Back-end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7B2BB12-027C-7EBA-84EB-75B11CACDAC7}"/>
                  </a:ext>
                </a:extLst>
              </p:cNvPr>
              <p:cNvSpPr txBox="1"/>
              <p:nvPr/>
            </p:nvSpPr>
            <p:spPr>
              <a:xfrm>
                <a:off x="2645581" y="1900201"/>
                <a:ext cx="10470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工程终版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kumimoji="1" lang="en-US" altLang="zh-CN" sz="1400" dirty="0"/>
                  <a:t>4/27</a:t>
                </a:r>
                <a:r>
                  <a:rPr kumimoji="1" lang="en-US" altLang="zh-CN" sz="1400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4/24</a:t>
                </a:r>
                <a:endParaRPr kumimoji="1" lang="zh-CN" altLang="en-US" sz="1400" dirty="0"/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84178B1-6F46-C911-D455-AAE1F30C272C}"/>
                </a:ext>
              </a:extLst>
            </p:cNvPr>
            <p:cNvGrpSpPr/>
            <p:nvPr/>
          </p:nvGrpSpPr>
          <p:grpSpPr>
            <a:xfrm>
              <a:off x="5017970" y="2850146"/>
              <a:ext cx="1154202" cy="523220"/>
              <a:chOff x="4451465" y="1576098"/>
              <a:chExt cx="1154202" cy="523220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1926768-9FC3-4A68-D0F8-B26A3538B24F}"/>
                  </a:ext>
                </a:extLst>
              </p:cNvPr>
              <p:cNvSpPr txBox="1"/>
              <p:nvPr/>
            </p:nvSpPr>
            <p:spPr>
              <a:xfrm>
                <a:off x="4554630" y="1576098"/>
                <a:ext cx="10510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工程初版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4/17</a:t>
                </a:r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4/21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三角形 18">
                <a:extLst>
                  <a:ext uri="{FF2B5EF4-FFF2-40B4-BE49-F238E27FC236}">
                    <a16:creationId xmlns:a16="http://schemas.microsoft.com/office/drawing/2014/main" id="{AC614D8B-59B7-AF94-687E-7C8511DD2B76}"/>
                  </a:ext>
                </a:extLst>
              </p:cNvPr>
              <p:cNvSpPr/>
              <p:nvPr/>
            </p:nvSpPr>
            <p:spPr>
              <a:xfrm rot="10800000">
                <a:off x="4451465" y="1892427"/>
                <a:ext cx="189290" cy="157821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511E470-2E9A-BE6F-E966-4052112F755A}"/>
              </a:ext>
            </a:extLst>
          </p:cNvPr>
          <p:cNvGrpSpPr/>
          <p:nvPr/>
        </p:nvGrpSpPr>
        <p:grpSpPr>
          <a:xfrm>
            <a:off x="10029380" y="3574161"/>
            <a:ext cx="1281328" cy="619130"/>
            <a:chOff x="6795708" y="4217125"/>
            <a:chExt cx="1372142" cy="61913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DD50F58-437D-EDFA-1E81-77B6065E7387}"/>
                </a:ext>
              </a:extLst>
            </p:cNvPr>
            <p:cNvSpPr txBox="1"/>
            <p:nvPr/>
          </p:nvSpPr>
          <p:spPr>
            <a:xfrm>
              <a:off x="6795708" y="4217125"/>
              <a:ext cx="137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sz="1400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CN" sz="1400" dirty="0">
                  <a:solidFill>
                    <a:srgbClr val="FF0000"/>
                  </a:solidFill>
                </a:rPr>
                <a:t>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5/E</a:t>
              </a:r>
            </a:p>
          </p:txBody>
        </p:sp>
        <p:sp>
          <p:nvSpPr>
            <p:cNvPr id="15" name="五角星 14">
              <a:extLst>
                <a:ext uri="{FF2B5EF4-FFF2-40B4-BE49-F238E27FC236}">
                  <a16:creationId xmlns:a16="http://schemas.microsoft.com/office/drawing/2014/main" id="{220757E1-27F4-1BFF-53DB-6C4EFB2B3F94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15017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9E7C-3FCA-A2F9-1EDD-3B2890C1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0133129-32A9-F1C3-872B-66A6FD5CF8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46E73C5-8AE6-360C-6A73-7946449C2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872724"/>
              </p:ext>
            </p:extLst>
          </p:nvPr>
        </p:nvGraphicFramePr>
        <p:xfrm>
          <a:off x="346174" y="702643"/>
          <a:ext cx="11019958" cy="2175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226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816732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8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8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04/30)</a:t>
                      </a:r>
                      <a:endParaRPr lang="zh-CN" altLang="en-US" sz="18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V2.5_ Hotfix_v1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188" lvl="0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zh-CN" altLang="en-US" sz="1800" b="1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需求验证：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共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  <a:r>
                        <a:rPr lang="en" altLang="zh-CN" sz="1800" dirty="0" err="1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单，已验证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30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个，剩余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  <a:p>
                      <a:pPr marL="25188" lvl="0" indent="0" algn="just" defTabSz="864017" rtl="0" eaLnBrk="1" latinLnBrk="0" hangingPunct="1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部署测试：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v1</a:t>
                      </a:r>
                      <a:r>
                        <a:rPr lang="zh-CN" altLang="e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和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v2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版本共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个部署包，已验证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  <a:p>
                      <a:pPr marL="25188" lvl="0" indent="0" algn="just" defTabSz="864017" rtl="0" eaLnBrk="1" latinLnBrk="0" hangingPunct="1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" altLang="zh-CN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单：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目前共发现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lang="zh-CN" altLang="e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，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待处理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82D43-1910-531E-8188-0D49E184A1B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9538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05B112-A9E5-3E0F-3181-5054F1F3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4CF0150-0926-BBFB-A7A6-B25E681ED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议题</a:t>
            </a:r>
            <a:r>
              <a:rPr kumimoji="1" lang="en-US" altLang="zh-CN" sz="2400" dirty="0"/>
              <a:t>_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4D77111-CE9A-C201-3D33-BE96F356A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083013"/>
              </p:ext>
            </p:extLst>
          </p:nvPr>
        </p:nvGraphicFramePr>
        <p:xfrm>
          <a:off x="244223" y="663300"/>
          <a:ext cx="11023077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156757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992592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219678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217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26/3/30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其余的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tickets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（迭代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=TBD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），及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STDMX-1665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&amp;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1739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49307327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A100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觉霄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和举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4/9ready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705995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设备准备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灿彬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-&gt;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可以用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4024731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新增的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tickets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（迭代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=TBD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）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69992680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#963185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Running cars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最新的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Patch12.2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https://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ones.ainewera.com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/project/#/team/JNwe8qUX/task/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FbDRfmhxquuYfGTt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85693033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STDMX-1751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；用于确认是否属于需修复的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0623284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更改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Gaze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tamplate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中“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req_id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”的名称与其它的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tamplates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一致。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#964383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15080453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信息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确认：现有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config.json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部分代码是否可删除？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#964384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kumimoji="1" lang="ja-JP" altLang="en-US" sz="1800" b="0" i="0" kern="120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66747373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信息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确认：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add "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ai_model_bundle_id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": ”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${network_id_1}" into "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ppl_parameter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" 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instead.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#964439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58432022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剩余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单确认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3219408076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9B045B-879C-CDDB-6AB7-AA298C117AC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21</a:t>
            </a:fld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88B145-5527-576C-4A8D-47A4ABB347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08" t="-5797" r="-912" b="-4348"/>
          <a:stretch>
            <a:fillRect/>
          </a:stretch>
        </p:blipFill>
        <p:spPr>
          <a:xfrm>
            <a:off x="7327161" y="4816788"/>
            <a:ext cx="2704986" cy="6127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39FFADB-22B8-6C4A-C9BA-8CC099D0D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214" y="5429547"/>
            <a:ext cx="3543625" cy="108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02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22C6-E0EB-120C-340B-F0662749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D16B6B1-E301-1005-AE94-AE96BF3BBA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议题</a:t>
            </a:r>
            <a:r>
              <a:rPr kumimoji="1" lang="en-US" altLang="zh-CN" sz="2400" dirty="0"/>
              <a:t>_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 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E6B9B2A-A0C2-5F4A-38CF-4E0E999BA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471193"/>
              </p:ext>
            </p:extLst>
          </p:nvPr>
        </p:nvGraphicFramePr>
        <p:xfrm>
          <a:off x="244223" y="663300"/>
          <a:ext cx="11023077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156757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992592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219678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217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调整本次的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开发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和测试策略：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孤立的问题修复后和环境更新后给测试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涉及可能会关联到其它问题点的、需要请开发同学同步给测试知晓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回归测试放到最后进行，包括主流程和修改的功能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Console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部署测试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也要进行（测试的项目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list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待确认）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超博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榕唯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49307327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SSS V2.5 hotfix v1 list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705995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STDMX-1695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晓辉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彩燕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4024731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基于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STDMX-1743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问题的“代码同步给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SSS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”机制交流。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@Roc@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和举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玮杰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【4/20】SSS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测试前未更新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RC2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版本中“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kangaroo-resources-develop-v2.5.0-rc2-202603.tar.gz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”的内容导致测试报错。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69992680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劳动节前后请假同学信息统计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85693033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0623284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15080453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66747373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58432022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372914-BE51-AFBB-B775-9B1557405E1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6132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B9EBA5-7E45-1492-5F7B-590EDE56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0A1E675-8A8C-764C-E0E4-2DEA6FB8EE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8574289" cy="541179"/>
          </a:xfrm>
        </p:spPr>
        <p:txBody>
          <a:bodyPr>
            <a:noAutofit/>
          </a:bodyPr>
          <a:lstStyle/>
          <a:p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v2.5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hotfix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v1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开发清单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SSS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已确认</a:t>
            </a:r>
            <a:endParaRPr kumimoji="1" lang="en" altLang="zh-CN" sz="2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507901-D5EF-87AD-2E91-46B1D2E13E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23</a:t>
            </a:fld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3966C2-E20F-79C7-A54D-29F03AC2B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7" y="741955"/>
            <a:ext cx="8293283" cy="5609217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2393782D-DCA5-7B87-7E05-9426B90D0A04}"/>
              </a:ext>
            </a:extLst>
          </p:cNvPr>
          <p:cNvGrpSpPr/>
          <p:nvPr/>
        </p:nvGrpSpPr>
        <p:grpSpPr>
          <a:xfrm>
            <a:off x="3295461" y="870958"/>
            <a:ext cx="7772400" cy="2824996"/>
            <a:chOff x="3295461" y="870958"/>
            <a:chExt cx="7772400" cy="282499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90A51A8-6A05-506E-5AC3-056820562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5461" y="870958"/>
              <a:ext cx="7772400" cy="2824996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4D1384F-8CE1-CCB2-96F8-C26F89E97FBB}"/>
                </a:ext>
              </a:extLst>
            </p:cNvPr>
            <p:cNvSpPr txBox="1"/>
            <p:nvPr/>
          </p:nvSpPr>
          <p:spPr>
            <a:xfrm rot="1127651">
              <a:off x="3853386" y="2053906"/>
              <a:ext cx="642817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dirty="0">
                  <a:solidFill>
                    <a:srgbClr val="FF0000"/>
                  </a:solidFill>
                </a:rPr>
                <a:t>的确认清单以此份为准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3173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C0AF5D-6D43-6BE6-B319-E8EDF476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CA759DD-2818-F52A-3EE5-DB84F6B074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9464553" cy="541179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zh-CN" altLang="e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信息</a:t>
            </a:r>
            <a:r>
              <a:rPr kumimoji="1" lang="zh-CN" alt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确认：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add "</a:t>
            </a:r>
            <a:r>
              <a:rPr kumimoji="1" lang="en" altLang="zh-CN" sz="2400" dirty="0" err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ai_model_bundle_id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": ”${network_id_1}" into "</a:t>
            </a:r>
            <a:r>
              <a:rPr kumimoji="1" lang="en" altLang="zh-CN" sz="2400" dirty="0" err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ppl_parameter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" instead.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6DBAAF-5E39-A7BE-F115-7BFE0B5A533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24</a:t>
            </a:fld>
            <a:endParaRPr kumimoji="1" lang="zh-CN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3827323-EF17-0611-7003-B4207631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88" y="1137985"/>
            <a:ext cx="5291638" cy="513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2B148C6-374A-0EBC-F765-17A87112B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788" y="1137985"/>
            <a:ext cx="5117512" cy="513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590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CEE852-2803-BD97-1244-491E9409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70DB1E-5194-5DC7-340E-DB312E37DD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8574289" cy="541179"/>
          </a:xfrm>
        </p:spPr>
        <p:txBody>
          <a:bodyPr>
            <a:noAutofit/>
          </a:bodyPr>
          <a:lstStyle/>
          <a:p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zh-CN" altLang="e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信息</a:t>
            </a:r>
            <a:r>
              <a:rPr kumimoji="1" lang="zh-CN" alt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确认：现有</a:t>
            </a:r>
            <a:r>
              <a:rPr lang="en" altLang="zh-CN" sz="2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config.json</a:t>
            </a:r>
            <a:r>
              <a:rPr lang="zh-CN" altLang="e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部分代码是否可删除？</a:t>
            </a:r>
            <a:endParaRPr kumimoji="1" lang="en" altLang="zh-CN" sz="2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50F99E-7B9E-1A87-643B-FF91AB25789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25</a:t>
            </a:fld>
            <a:endParaRPr kumimoji="1"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BE23A18-9D95-3CFB-1C6F-103C3C45D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90" y="843595"/>
            <a:ext cx="8271308" cy="50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50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AE03CE-D7D6-183D-803F-66C38DA0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37D9D73-57B6-769E-5DEF-88DC990059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2413" y="203200"/>
            <a:ext cx="8575675" cy="54133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864017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7#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</a:t>
            </a:r>
            <a:r>
              <a:rPr kumimoji="1" lang="zh-CN" altLang="e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更改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Gaze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v2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tamplate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中“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req_id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”的名称与其它的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tamplates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一致。</a:t>
            </a:r>
            <a:endParaRPr kumimoji="1" lang="e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22769C-6B7A-18D6-16FB-ADEE8194138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26</a:t>
            </a:fld>
            <a:endParaRPr kumimoji="1" lang="zh-CN" altLang="en-US"/>
          </a:p>
        </p:txBody>
      </p:sp>
      <p:grpSp>
        <p:nvGrpSpPr>
          <p:cNvPr id="10" name="组合 9" descr="原有Gaze v2 tamplate中req_id的显示信息">
            <a:extLst>
              <a:ext uri="{FF2B5EF4-FFF2-40B4-BE49-F238E27FC236}">
                <a16:creationId xmlns:a16="http://schemas.microsoft.com/office/drawing/2014/main" id="{E84FD5F2-B44D-3D8A-0B74-C7725968F640}"/>
              </a:ext>
            </a:extLst>
          </p:cNvPr>
          <p:cNvGrpSpPr/>
          <p:nvPr/>
        </p:nvGrpSpPr>
        <p:grpSpPr>
          <a:xfrm>
            <a:off x="253188" y="903287"/>
            <a:ext cx="5997032" cy="2467281"/>
            <a:chOff x="253188" y="903287"/>
            <a:chExt cx="5997032" cy="246728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AB97E59-AE76-8D79-3239-76FD853A8D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188" y="903287"/>
              <a:ext cx="5997032" cy="20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94D7A74-F0DB-CE26-798B-5A1257057087}"/>
                </a:ext>
              </a:extLst>
            </p:cNvPr>
            <p:cNvSpPr txBox="1"/>
            <p:nvPr/>
          </p:nvSpPr>
          <p:spPr>
            <a:xfrm>
              <a:off x="253188" y="3001108"/>
              <a:ext cx="5997032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原有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Gaze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v2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tamplate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中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req_id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的显示信息</a:t>
              </a:r>
            </a:p>
          </p:txBody>
        </p:sp>
      </p:grpSp>
      <p:grpSp>
        <p:nvGrpSpPr>
          <p:cNvPr id="12" name="组合 11" descr="参考parkinglot v2 tamplate中req_id的显示信息">
            <a:extLst>
              <a:ext uri="{FF2B5EF4-FFF2-40B4-BE49-F238E27FC236}">
                <a16:creationId xmlns:a16="http://schemas.microsoft.com/office/drawing/2014/main" id="{553AAF1A-C921-96A8-5F62-4B3ACED19BC9}"/>
              </a:ext>
            </a:extLst>
          </p:cNvPr>
          <p:cNvGrpSpPr/>
          <p:nvPr/>
        </p:nvGrpSpPr>
        <p:grpSpPr>
          <a:xfrm>
            <a:off x="5760244" y="3521067"/>
            <a:ext cx="5586230" cy="2485096"/>
            <a:chOff x="5760244" y="3521067"/>
            <a:chExt cx="5586230" cy="2485096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B04605F-2319-7CA7-1439-A123E39606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0244" y="3890527"/>
              <a:ext cx="5586230" cy="2115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FE78B24-B0A0-7952-E412-E69895EB6399}"/>
                </a:ext>
              </a:extLst>
            </p:cNvPr>
            <p:cNvSpPr txBox="1"/>
            <p:nvPr/>
          </p:nvSpPr>
          <p:spPr>
            <a:xfrm>
              <a:off x="5760244" y="3521067"/>
              <a:ext cx="5586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参考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parkinglot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v2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tamplate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中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req_id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的显示信息</a:t>
              </a:r>
            </a:p>
          </p:txBody>
        </p:sp>
      </p:grpSp>
      <p:sp>
        <p:nvSpPr>
          <p:cNvPr id="13" name="右箭头 12">
            <a:extLst>
              <a:ext uri="{FF2B5EF4-FFF2-40B4-BE49-F238E27FC236}">
                <a16:creationId xmlns:a16="http://schemas.microsoft.com/office/drawing/2014/main" id="{92FBAD2F-1721-BC6E-4B62-DB69F353D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803731">
            <a:off x="4830086" y="3272845"/>
            <a:ext cx="1044469" cy="5199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9366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C5618E-25B9-C5AA-B8D3-2B347659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3FE8627-E447-B9B2-5037-4CA76C4B91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5#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STDMX-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1751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ABA55-79C6-8FDE-7F3B-B04007C697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27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4E828F-BA45-63AA-67F0-06CA55ECF1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8717" r="40252" b="41263"/>
          <a:stretch>
            <a:fillRect/>
          </a:stretch>
        </p:blipFill>
        <p:spPr>
          <a:xfrm>
            <a:off x="253188" y="944144"/>
            <a:ext cx="10969505" cy="229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60385"/>
      </p:ext>
    </p:extLst>
  </p:cSld>
  <p:clrMapOvr>
    <a:masterClrMapping/>
  </p:clrMapOvr>
</p:sld>
</file>

<file path=ppt/theme/theme1.xml><?xml version="1.0" encoding="utf-8"?>
<a:theme xmlns:a="http://schemas.openxmlformats.org/drawingml/2006/main" name="7_SSBD_SSS-STD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952A6"/>
        </a:solidFill>
        <a:ln>
          <a:noFill/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8_SSBD_SSS-STD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952A6"/>
        </a:solidFill>
        <a:ln>
          <a:noFill/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SYSS white master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  <a:alpha val="20000"/>
          </a:schemeClr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システムソリューション事業部テンプレート.potx" id="{90D20FAB-7025-4D95-B1AA-46BD5239887F}" vid="{41991C91-66E8-4002-94C2-8B4B40F28026}"/>
    </a:ext>
  </a:extLst>
</a:theme>
</file>

<file path=ppt/theme/theme5.xml><?xml version="1.0" encoding="utf-8"?>
<a:theme xmlns:a="http://schemas.openxmlformats.org/drawingml/2006/main" name="6_SysS事テンプレート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kumimoji="1"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ysS_template_en.potx" id="{67726A3F-2130-4E03-9DD4-1FB868CB1F4A}" vid="{4B0CFC7D-4FD0-4810-BC99-071AB0A4A15D}"/>
    </a:ext>
  </a:extLst>
</a:theme>
</file>

<file path=ppt/theme/theme6.xml><?xml version="1.0" encoding="utf-8"?>
<a:theme xmlns:a="http://schemas.openxmlformats.org/drawingml/2006/main" name="Office 主题">
  <a:themeElements>
    <a:clrScheme name="线条时尚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ED4E8"/>
      </a:accent1>
      <a:accent2>
        <a:srgbClr val="4FEACB"/>
      </a:accent2>
      <a:accent3>
        <a:srgbClr val="0C2B60"/>
      </a:accent3>
      <a:accent4>
        <a:srgbClr val="1D0418"/>
      </a:accent4>
      <a:accent5>
        <a:srgbClr val="2D213D"/>
      </a:accent5>
      <a:accent6>
        <a:srgbClr val="70AD47"/>
      </a:accent6>
      <a:hlink>
        <a:srgbClr val="1D0418"/>
      </a:hlink>
      <a:folHlink>
        <a:srgbClr val="954F72"/>
      </a:folHlink>
    </a:clrScheme>
    <a:fontScheme name="2fbsmota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EE1AA87-FCF0-4F47-9914-BDD21DEB57A4}">
  <we:reference id="wa200002197" version="1.0.0.8" store="zh-CN" storeType="OMEX"/>
  <we:alternateReferences>
    <we:reference id="wa200002197" version="1.0.0.8" store="WA2000021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216D1BD-D6F6-784D-9288-601DFB4534FF}">
  <we:reference id="wa200006237" version="1.0.0.1" store="zh-CN" storeType="OMEX"/>
  <we:alternateReferences>
    <we:reference id="wa200006237" version="1.0.0.1" store="zh-CN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b5b030c-23c6-4aff-b39d-397e13ffe3f4">
      <UserInfo>
        <DisplayName>kyojiyokoyama</DisplayName>
        <AccountId>13</AccountId>
        <AccountType/>
      </UserInfo>
      <UserInfo>
        <DisplayName>lihongming</DisplayName>
        <AccountId>66</AccountId>
        <AccountType/>
      </UserInfo>
    </SharedWithUsers>
    <lcf76f155ced4ddcb4097134ff3c332f xmlns="cbf8e26d-5bcc-4f49-b4ab-4bb1adc092eb">
      <Terms xmlns="http://schemas.microsoft.com/office/infopath/2007/PartnerControls"/>
    </lcf76f155ced4ddcb4097134ff3c332f>
    <TaxCatchAll xmlns="eb5b030c-23c6-4aff-b39d-397e13ffe3f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F9986A8E8BA4C64F8CAC7754BAE58379" ma:contentTypeVersion="16" ma:contentTypeDescription="新建文档。" ma:contentTypeScope="" ma:versionID="3b0b27c67757712457066afb88d8bb38">
  <xsd:schema xmlns:xsd="http://www.w3.org/2001/XMLSchema" xmlns:xs="http://www.w3.org/2001/XMLSchema" xmlns:p="http://schemas.microsoft.com/office/2006/metadata/properties" xmlns:ns2="eb5b030c-23c6-4aff-b39d-397e13ffe3f4" xmlns:ns3="cbf8e26d-5bcc-4f49-b4ab-4bb1adc092eb" targetNamespace="http://schemas.microsoft.com/office/2006/metadata/properties" ma:root="true" ma:fieldsID="179b17bf27df8187a54cc19384a1b35a" ns2:_="" ns3:_="">
    <xsd:import namespace="eb5b030c-23c6-4aff-b39d-397e13ffe3f4"/>
    <xsd:import namespace="cbf8e26d-5bcc-4f49-b4ab-4bb1adc092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b030c-23c6-4aff-b39d-397e13ffe3f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7f12186-d28d-40cb-8e09-d87268994a94}" ma:internalName="TaxCatchAll" ma:showField="CatchAllData" ma:web="eb5b030c-23c6-4aff-b39d-397e13ffe3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8e26d-5bcc-4f49-b4ab-4bb1adc09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图像标记" ma:readOnly="false" ma:fieldId="{5cf76f15-5ced-4ddc-b409-7134ff3c332f}" ma:taxonomyMulti="true" ma:sspId="a5db4d26-0490-49db-b83c-478de39636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9F1213-87DA-4595-90D0-FFAB2BEB1B64}">
  <ds:schemaRefs>
    <ds:schemaRef ds:uri="eb5b030c-23c6-4aff-b39d-397e13ffe3f4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cbf8e26d-5bcc-4f49-b4ab-4bb1adc092eb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6853CDF-39BB-439C-AA30-879EE491F3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5b030c-23c6-4aff-b39d-397e13ffe3f4"/>
    <ds:schemaRef ds:uri="cbf8e26d-5bcc-4f49-b4ab-4bb1adc09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7EE193-9526-44FF-9334-F7B21830110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9a90fa0-aea4-4027-aa3c-8fc46addaae1}" enabled="0" method="" siteId="{49a90fa0-aea4-4027-aa3c-8fc46addaae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89000</TotalTime>
  <Words>2985</Words>
  <Application>Microsoft Macintosh PowerPoint</Application>
  <PresentationFormat>自定义</PresentationFormat>
  <Paragraphs>663</Paragraphs>
  <Slides>27</Slides>
  <Notes>23</Notes>
  <HiddenSlides>15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(日本語用のフォントを使用)</vt:lpstr>
      <vt:lpstr>等线</vt:lpstr>
      <vt:lpstr>Microsoft YaHei</vt:lpstr>
      <vt:lpstr>Meiryo UI</vt:lpstr>
      <vt:lpstr>Microsoft YaHei UI</vt:lpstr>
      <vt:lpstr>SST Japanese Pro  Bold</vt:lpstr>
      <vt:lpstr>Arial</vt:lpstr>
      <vt:lpstr>Bahnschrift</vt:lpstr>
      <vt:lpstr>Calibri</vt:lpstr>
      <vt:lpstr>Calibri Light</vt:lpstr>
      <vt:lpstr>7_SSBD_SSS-STD</vt:lpstr>
      <vt:lpstr>8_SSBD_SSS-STD</vt:lpstr>
      <vt:lpstr>2_Office 主题​​</vt:lpstr>
      <vt:lpstr>3_SYSS white master</vt:lpstr>
      <vt:lpstr>6_SysS事テンプレート</vt:lpstr>
      <vt:lpstr>Office 主题</vt:lpstr>
      <vt:lpstr>PowerPoint 演示文稿</vt:lpstr>
      <vt:lpstr>PowerPoint 演示文稿</vt:lpstr>
      <vt:lpstr>PowerPoint 演示文稿</vt:lpstr>
      <vt:lpstr> 休假记录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7#：更改Gaze v2 tamplate中“req_id”的名称与其它的tamplates一致。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李莎 Lisa</dc:creator>
  <cp:lastModifiedBy>王鹏</cp:lastModifiedBy>
  <cp:revision>2</cp:revision>
  <dcterms:created xsi:type="dcterms:W3CDTF">2019-07-23T08:52:47Z</dcterms:created>
  <dcterms:modified xsi:type="dcterms:W3CDTF">2026-05-07T01:07:50Z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0x010100F9986A8E8BA4C64F8CAC7754BAE58379</vt:lpwstr>
  </property>
  <property fmtid="{D5CDD505-2E9C-101B-9397-08002B2CF9AE}" pid="3" name="MediaServiceImageTags">
    <vt:lpwstr/>
  </property>
</Properties>
</file>